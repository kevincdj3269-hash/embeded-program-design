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51" r:id="rId1"/>
    <p:sldMasterId id="2147483653" r:id="rId2"/>
    <p:sldMasterId id="2147483698" r:id="rId3"/>
  </p:sldMasterIdLst>
  <p:sldIdLst>
    <p:sldId id="256" r:id="rId4"/>
    <p:sldId id="297" r:id="rId5"/>
    <p:sldId id="276" r:id="rId6"/>
    <p:sldId id="262" r:id="rId7"/>
    <p:sldId id="263" r:id="rId8"/>
    <p:sldId id="264" r:id="rId9"/>
    <p:sldId id="304" r:id="rId10"/>
    <p:sldId id="300" r:id="rId11"/>
    <p:sldId id="301" r:id="rId12"/>
    <p:sldId id="265" r:id="rId13"/>
    <p:sldId id="267" r:id="rId14"/>
    <p:sldId id="268" r:id="rId15"/>
    <p:sldId id="303" r:id="rId16"/>
    <p:sldId id="269" r:id="rId17"/>
    <p:sldId id="270" r:id="rId18"/>
    <p:sldId id="271" r:id="rId19"/>
    <p:sldId id="277" r:id="rId2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72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60" autoAdjust="0"/>
  </p:normalViewPr>
  <p:slideViewPr>
    <p:cSldViewPr snapToObjects="1">
      <p:cViewPr varScale="1">
        <p:scale>
          <a:sx n="62" d="100"/>
          <a:sy n="62" d="100"/>
        </p:scale>
        <p:origin x="1400" y="52"/>
      </p:cViewPr>
      <p:guideLst>
        <p:guide orient="horz" pos="2172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" Type="http://schemas.openxmlformats.org/officeDocument/2006/relationships/slideMaster" Target="slideMasters/slideMaster3.xml"/><Relationship Id="rId21" Type="http://schemas.openxmlformats.org/officeDocument/2006/relationships/presProps" Target="presProp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tableStyles" Target="tableStyle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theme" Target="theme/theme1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 noProof="1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noProof="1"/>
              <a:t>Click to edit Master subtitle style</a:t>
            </a:r>
          </a:p>
        </p:txBody>
      </p:sp>
      <p:sp>
        <p:nvSpPr>
          <p:cNvPr id="4" name="Footer Placeholder 3076">
            <a:extLst>
              <a:ext uri="{FF2B5EF4-FFF2-40B4-BE49-F238E27FC236}">
                <a16:creationId xmlns:a16="http://schemas.microsoft.com/office/drawing/2014/main" id="{9995290A-4098-4C1F-AF56-3BE8AFBD543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Slide Number Placeholder 3077">
            <a:extLst>
              <a:ext uri="{FF2B5EF4-FFF2-40B4-BE49-F238E27FC236}">
                <a16:creationId xmlns:a16="http://schemas.microsoft.com/office/drawing/2014/main" id="{6DBE954F-1F6E-4489-867B-C05FF302200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E0E7A09-9346-4849-9B6D-4AA38995749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758639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4" name="Footer Placeholder 3076">
            <a:extLst>
              <a:ext uri="{FF2B5EF4-FFF2-40B4-BE49-F238E27FC236}">
                <a16:creationId xmlns:a16="http://schemas.microsoft.com/office/drawing/2014/main" id="{7B435805-D3D5-4F69-A0AD-4FCB89F07AF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Slide Number Placeholder 3077">
            <a:extLst>
              <a:ext uri="{FF2B5EF4-FFF2-40B4-BE49-F238E27FC236}">
                <a16:creationId xmlns:a16="http://schemas.microsoft.com/office/drawing/2014/main" id="{DF851C49-3070-4D6D-8C9E-7909E03EA72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07DD46D-D1F3-45EF-B9AF-291BDD3B975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370021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 noProof="1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1"/>
              <a:t>Click to edit Master text styles</a:t>
            </a:r>
          </a:p>
        </p:txBody>
      </p:sp>
      <p:sp>
        <p:nvSpPr>
          <p:cNvPr id="4" name="Footer Placeholder 3076">
            <a:extLst>
              <a:ext uri="{FF2B5EF4-FFF2-40B4-BE49-F238E27FC236}">
                <a16:creationId xmlns:a16="http://schemas.microsoft.com/office/drawing/2014/main" id="{5CD30EA3-20B1-4DAE-87EC-FCAB75A4E21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Slide Number Placeholder 3077">
            <a:extLst>
              <a:ext uri="{FF2B5EF4-FFF2-40B4-BE49-F238E27FC236}">
                <a16:creationId xmlns:a16="http://schemas.microsoft.com/office/drawing/2014/main" id="{69FB0953-CF38-40DE-9B03-4032509128A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A4477BB-D2F5-4144-A06D-9F0329FE758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436951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41788" y="1600200"/>
            <a:ext cx="2227834" cy="4525963"/>
          </a:xfrm>
        </p:spPr>
        <p:txBody>
          <a:bodyPr/>
          <a:lstStyle/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60554" y="1600200"/>
            <a:ext cx="2227834" cy="4525963"/>
          </a:xfrm>
        </p:spPr>
        <p:txBody>
          <a:bodyPr/>
          <a:lstStyle/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5" name="Footer Placeholder 3076">
            <a:extLst>
              <a:ext uri="{FF2B5EF4-FFF2-40B4-BE49-F238E27FC236}">
                <a16:creationId xmlns:a16="http://schemas.microsoft.com/office/drawing/2014/main" id="{0101D2CD-2FC9-41ED-AD69-9866F281B94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3077">
            <a:extLst>
              <a:ext uri="{FF2B5EF4-FFF2-40B4-BE49-F238E27FC236}">
                <a16:creationId xmlns:a16="http://schemas.microsoft.com/office/drawing/2014/main" id="{DBAF37C9-2E55-46D3-843D-64A11C66455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668DA5C-CBD2-48EB-8279-0D4A1582018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259234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r>
              <a:rPr lang="en-US" noProof="1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1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noProof="1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1" y="2505075"/>
            <a:ext cx="3868340" cy="3684588"/>
          </a:xfrm>
        </p:spPr>
        <p:txBody>
          <a:bodyPr/>
          <a:lstStyle/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noProof="1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7" name="Footer Placeholder 3076">
            <a:extLst>
              <a:ext uri="{FF2B5EF4-FFF2-40B4-BE49-F238E27FC236}">
                <a16:creationId xmlns:a16="http://schemas.microsoft.com/office/drawing/2014/main" id="{47F76C0C-03DE-4E80-B4FF-6D8F0CBB07E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8" name="Slide Number Placeholder 3077">
            <a:extLst>
              <a:ext uri="{FF2B5EF4-FFF2-40B4-BE49-F238E27FC236}">
                <a16:creationId xmlns:a16="http://schemas.microsoft.com/office/drawing/2014/main" id="{2C84B21E-2024-4DFD-A29B-58DE0256126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61DE040-C493-4B59-B7CA-5C606A8F010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817498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/>
              <a:t>Click to edit Master title style</a:t>
            </a:r>
          </a:p>
        </p:txBody>
      </p:sp>
      <p:sp>
        <p:nvSpPr>
          <p:cNvPr id="3" name="Footer Placeholder 3076">
            <a:extLst>
              <a:ext uri="{FF2B5EF4-FFF2-40B4-BE49-F238E27FC236}">
                <a16:creationId xmlns:a16="http://schemas.microsoft.com/office/drawing/2014/main" id="{C7F4743F-9F48-42D6-8B2B-32CED97F81D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4" name="Slide Number Placeholder 3077">
            <a:extLst>
              <a:ext uri="{FF2B5EF4-FFF2-40B4-BE49-F238E27FC236}">
                <a16:creationId xmlns:a16="http://schemas.microsoft.com/office/drawing/2014/main" id="{EA13B1EC-DB4B-4970-A15E-2C77AB4D62B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55644D5-DBCA-4BC4-971F-BDC2B45599D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57941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3076">
            <a:extLst>
              <a:ext uri="{FF2B5EF4-FFF2-40B4-BE49-F238E27FC236}">
                <a16:creationId xmlns:a16="http://schemas.microsoft.com/office/drawing/2014/main" id="{50D3A434-2EE9-4742-81C6-7D4BE973D50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3" name="Slide Number Placeholder 3077">
            <a:extLst>
              <a:ext uri="{FF2B5EF4-FFF2-40B4-BE49-F238E27FC236}">
                <a16:creationId xmlns:a16="http://schemas.microsoft.com/office/drawing/2014/main" id="{7EC18B54-D134-48B7-8040-C4A2D3C67E7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4D1DD2D-B54F-4499-820C-5FD0EDEEF53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003050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noProof="1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noProof="1"/>
              <a:t>Click to edit Master text styles</a:t>
            </a:r>
          </a:p>
        </p:txBody>
      </p:sp>
      <p:sp>
        <p:nvSpPr>
          <p:cNvPr id="5" name="Footer Placeholder 3076">
            <a:extLst>
              <a:ext uri="{FF2B5EF4-FFF2-40B4-BE49-F238E27FC236}">
                <a16:creationId xmlns:a16="http://schemas.microsoft.com/office/drawing/2014/main" id="{668A622B-9FEB-4FEE-98C9-E197846D890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3077">
            <a:extLst>
              <a:ext uri="{FF2B5EF4-FFF2-40B4-BE49-F238E27FC236}">
                <a16:creationId xmlns:a16="http://schemas.microsoft.com/office/drawing/2014/main" id="{7A32F454-4E1D-42C8-A20B-8333A25A438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34B729D-58A8-4BDC-A3B2-1BCED0DD32F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788302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noProof="1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 noProof="1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noProof="1"/>
              <a:t>Click to edit Master text styles</a:t>
            </a:r>
          </a:p>
        </p:txBody>
      </p:sp>
      <p:sp>
        <p:nvSpPr>
          <p:cNvPr id="5" name="Footer Placeholder 3076">
            <a:extLst>
              <a:ext uri="{FF2B5EF4-FFF2-40B4-BE49-F238E27FC236}">
                <a16:creationId xmlns:a16="http://schemas.microsoft.com/office/drawing/2014/main" id="{FFEE46A0-A975-454A-924D-B4757A5CEF1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3077">
            <a:extLst>
              <a:ext uri="{FF2B5EF4-FFF2-40B4-BE49-F238E27FC236}">
                <a16:creationId xmlns:a16="http://schemas.microsoft.com/office/drawing/2014/main" id="{9A74B3AF-EFD3-4B09-AC81-94E0B115E8D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9E467B2-E62B-4233-B675-89EDD6F9758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331264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4" name="Footer Placeholder 3076">
            <a:extLst>
              <a:ext uri="{FF2B5EF4-FFF2-40B4-BE49-F238E27FC236}">
                <a16:creationId xmlns:a16="http://schemas.microsoft.com/office/drawing/2014/main" id="{531966BB-7350-4F7B-AFD4-BEDAB9C96A1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Slide Number Placeholder 3077">
            <a:extLst>
              <a:ext uri="{FF2B5EF4-FFF2-40B4-BE49-F238E27FC236}">
                <a16:creationId xmlns:a16="http://schemas.microsoft.com/office/drawing/2014/main" id="{F6FB7FFF-513C-4468-B7EF-48BD8E1942A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54323EA-7EF7-4311-945D-F1B5B0450AA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023712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87344" y="274638"/>
            <a:ext cx="2001044" cy="5851525"/>
          </a:xfrm>
        </p:spPr>
        <p:txBody>
          <a:bodyPr vert="eaVert"/>
          <a:lstStyle/>
          <a:p>
            <a:r>
              <a:rPr lang="en-US" noProof="1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4213" y="274638"/>
            <a:ext cx="5887129" cy="5851525"/>
          </a:xfrm>
        </p:spPr>
        <p:txBody>
          <a:bodyPr vert="eaVert"/>
          <a:lstStyle/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4" name="Footer Placeholder 3076">
            <a:extLst>
              <a:ext uri="{FF2B5EF4-FFF2-40B4-BE49-F238E27FC236}">
                <a16:creationId xmlns:a16="http://schemas.microsoft.com/office/drawing/2014/main" id="{3BADCBC7-3D39-485A-BE3E-9F5933669DE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Slide Number Placeholder 3077">
            <a:extLst>
              <a:ext uri="{FF2B5EF4-FFF2-40B4-BE49-F238E27FC236}">
                <a16:creationId xmlns:a16="http://schemas.microsoft.com/office/drawing/2014/main" id="{85CCEE3B-04B4-458E-8C9B-F8867FF010E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DA7BBC8-185E-4D3A-B7A1-845D6A39B0D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7224198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 noProof="1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noProof="1"/>
              <a:t>Click to edit Master subtitle style</a:t>
            </a:r>
          </a:p>
        </p:txBody>
      </p:sp>
      <p:sp>
        <p:nvSpPr>
          <p:cNvPr id="4" name="Date Placeholder 4100">
            <a:extLst>
              <a:ext uri="{FF2B5EF4-FFF2-40B4-BE49-F238E27FC236}">
                <a16:creationId xmlns:a16="http://schemas.microsoft.com/office/drawing/2014/main" id="{7075C893-13EA-48E9-8E05-D4A93301AB0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101">
            <a:extLst>
              <a:ext uri="{FF2B5EF4-FFF2-40B4-BE49-F238E27FC236}">
                <a16:creationId xmlns:a16="http://schemas.microsoft.com/office/drawing/2014/main" id="{2C55BB64-14D0-45D6-9DBA-926D4A128E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4102">
            <a:extLst>
              <a:ext uri="{FF2B5EF4-FFF2-40B4-BE49-F238E27FC236}">
                <a16:creationId xmlns:a16="http://schemas.microsoft.com/office/drawing/2014/main" id="{651337CD-09EE-4E28-83BD-BB0BA1A1C1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12AE3C9-A4FB-4AFC-86E4-EB51B45E16DD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315454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4" name="Date Placeholder 4100">
            <a:extLst>
              <a:ext uri="{FF2B5EF4-FFF2-40B4-BE49-F238E27FC236}">
                <a16:creationId xmlns:a16="http://schemas.microsoft.com/office/drawing/2014/main" id="{051B22C4-8BAC-4AB6-8263-9F801D33527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101">
            <a:extLst>
              <a:ext uri="{FF2B5EF4-FFF2-40B4-BE49-F238E27FC236}">
                <a16:creationId xmlns:a16="http://schemas.microsoft.com/office/drawing/2014/main" id="{FF3ACB13-C9D2-4391-8F1D-6C8E8E9B23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4102">
            <a:extLst>
              <a:ext uri="{FF2B5EF4-FFF2-40B4-BE49-F238E27FC236}">
                <a16:creationId xmlns:a16="http://schemas.microsoft.com/office/drawing/2014/main" id="{33FC676A-6E1B-429A-9034-29DD0F78A4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218AC0F-03F9-4146-B75A-4D562C5214AE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128112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 noProof="1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1"/>
              <a:t>Click to edit Master text styles</a:t>
            </a:r>
          </a:p>
        </p:txBody>
      </p:sp>
      <p:sp>
        <p:nvSpPr>
          <p:cNvPr id="4" name="Date Placeholder 4100">
            <a:extLst>
              <a:ext uri="{FF2B5EF4-FFF2-40B4-BE49-F238E27FC236}">
                <a16:creationId xmlns:a16="http://schemas.microsoft.com/office/drawing/2014/main" id="{990967DD-643A-42E0-9DAD-96B33ABC191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101">
            <a:extLst>
              <a:ext uri="{FF2B5EF4-FFF2-40B4-BE49-F238E27FC236}">
                <a16:creationId xmlns:a16="http://schemas.microsoft.com/office/drawing/2014/main" id="{3B30CB31-A6AA-4E34-A9CF-EF2CFD500F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4102">
            <a:extLst>
              <a:ext uri="{FF2B5EF4-FFF2-40B4-BE49-F238E27FC236}">
                <a16:creationId xmlns:a16="http://schemas.microsoft.com/office/drawing/2014/main" id="{161FAA34-D63E-4A37-B7ED-0A19B8305A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0A1BEBF-D41D-4AA4-99BB-6481EA4BCEC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513114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2504" cy="4525963"/>
          </a:xfrm>
        </p:spPr>
        <p:txBody>
          <a:bodyPr/>
          <a:lstStyle/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54296" y="1600200"/>
            <a:ext cx="4032504" cy="4525963"/>
          </a:xfrm>
        </p:spPr>
        <p:txBody>
          <a:bodyPr/>
          <a:lstStyle/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5" name="Date Placeholder 4100">
            <a:extLst>
              <a:ext uri="{FF2B5EF4-FFF2-40B4-BE49-F238E27FC236}">
                <a16:creationId xmlns:a16="http://schemas.microsoft.com/office/drawing/2014/main" id="{ADEBE0F0-A81F-495E-B594-39179CBCD66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4101">
            <a:extLst>
              <a:ext uri="{FF2B5EF4-FFF2-40B4-BE49-F238E27FC236}">
                <a16:creationId xmlns:a16="http://schemas.microsoft.com/office/drawing/2014/main" id="{BF691F9D-21D1-4B17-9051-B74CDB0E79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4102">
            <a:extLst>
              <a:ext uri="{FF2B5EF4-FFF2-40B4-BE49-F238E27FC236}">
                <a16:creationId xmlns:a16="http://schemas.microsoft.com/office/drawing/2014/main" id="{A1643036-7B4B-4273-AA9D-906876559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24F2357-51F2-48D2-B787-BBFBFB80DAE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05291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r>
              <a:rPr lang="en-US" noProof="1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1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noProof="1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1" y="2505075"/>
            <a:ext cx="3868340" cy="3684588"/>
          </a:xfrm>
        </p:spPr>
        <p:txBody>
          <a:bodyPr/>
          <a:lstStyle/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noProof="1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7" name="Date Placeholder 4100">
            <a:extLst>
              <a:ext uri="{FF2B5EF4-FFF2-40B4-BE49-F238E27FC236}">
                <a16:creationId xmlns:a16="http://schemas.microsoft.com/office/drawing/2014/main" id="{949F6D5E-E7D9-4D8A-811E-DEEB0406BAD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Footer Placeholder 4101">
            <a:extLst>
              <a:ext uri="{FF2B5EF4-FFF2-40B4-BE49-F238E27FC236}">
                <a16:creationId xmlns:a16="http://schemas.microsoft.com/office/drawing/2014/main" id="{6D38A40A-7B0D-4259-9071-ED919FF7C6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Slide Number Placeholder 4102">
            <a:extLst>
              <a:ext uri="{FF2B5EF4-FFF2-40B4-BE49-F238E27FC236}">
                <a16:creationId xmlns:a16="http://schemas.microsoft.com/office/drawing/2014/main" id="{6D05DB52-E747-4A7D-8218-91459D36C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8E36227-EBC9-40FD-B5F0-6F6A60C20883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879034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/>
              <a:t>Click to edit Master title style</a:t>
            </a:r>
          </a:p>
        </p:txBody>
      </p:sp>
      <p:sp>
        <p:nvSpPr>
          <p:cNvPr id="3" name="Date Placeholder 4100">
            <a:extLst>
              <a:ext uri="{FF2B5EF4-FFF2-40B4-BE49-F238E27FC236}">
                <a16:creationId xmlns:a16="http://schemas.microsoft.com/office/drawing/2014/main" id="{76754826-2742-4ADA-8212-0995B52AA65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Footer Placeholder 4101">
            <a:extLst>
              <a:ext uri="{FF2B5EF4-FFF2-40B4-BE49-F238E27FC236}">
                <a16:creationId xmlns:a16="http://schemas.microsoft.com/office/drawing/2014/main" id="{ADF9C932-E2B7-4FEA-8FBF-53E66606CC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102">
            <a:extLst>
              <a:ext uri="{FF2B5EF4-FFF2-40B4-BE49-F238E27FC236}">
                <a16:creationId xmlns:a16="http://schemas.microsoft.com/office/drawing/2014/main" id="{0DFEE602-1331-4A06-B0DA-466E88590F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BDB87F1-C392-4283-9B92-7A3E8CF1EF0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476419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4100">
            <a:extLst>
              <a:ext uri="{FF2B5EF4-FFF2-40B4-BE49-F238E27FC236}">
                <a16:creationId xmlns:a16="http://schemas.microsoft.com/office/drawing/2014/main" id="{7C7F1CD8-EC3C-413E-A751-CDAF0330D48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" name="Footer Placeholder 4101">
            <a:extLst>
              <a:ext uri="{FF2B5EF4-FFF2-40B4-BE49-F238E27FC236}">
                <a16:creationId xmlns:a16="http://schemas.microsoft.com/office/drawing/2014/main" id="{D25C55B5-2C6B-4380-B0A9-7389D07AFC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Slide Number Placeholder 4102">
            <a:extLst>
              <a:ext uri="{FF2B5EF4-FFF2-40B4-BE49-F238E27FC236}">
                <a16:creationId xmlns:a16="http://schemas.microsoft.com/office/drawing/2014/main" id="{E95FE889-4C8C-4DFB-AFF2-F8CFA61693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D22B513-9CED-4361-A3C3-66270DE00BDC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76656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noProof="1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noProof="1"/>
              <a:t>Click to edit Master text styles</a:t>
            </a:r>
          </a:p>
        </p:txBody>
      </p:sp>
      <p:sp>
        <p:nvSpPr>
          <p:cNvPr id="5" name="Date Placeholder 4100">
            <a:extLst>
              <a:ext uri="{FF2B5EF4-FFF2-40B4-BE49-F238E27FC236}">
                <a16:creationId xmlns:a16="http://schemas.microsoft.com/office/drawing/2014/main" id="{0CB71AF8-000C-4174-984D-026989EBBFD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4101">
            <a:extLst>
              <a:ext uri="{FF2B5EF4-FFF2-40B4-BE49-F238E27FC236}">
                <a16:creationId xmlns:a16="http://schemas.microsoft.com/office/drawing/2014/main" id="{B421ABA6-B1A2-4975-8A25-FF58511EC2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4102">
            <a:extLst>
              <a:ext uri="{FF2B5EF4-FFF2-40B4-BE49-F238E27FC236}">
                <a16:creationId xmlns:a16="http://schemas.microsoft.com/office/drawing/2014/main" id="{94CABC00-43E0-4162-98FE-D9905D4D81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BA30EE0-EDB2-43BC-9507-88D9283CF35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990616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noProof="1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 noProof="1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noProof="1"/>
              <a:t>Click to edit Master text styles</a:t>
            </a:r>
          </a:p>
        </p:txBody>
      </p:sp>
      <p:sp>
        <p:nvSpPr>
          <p:cNvPr id="5" name="Date Placeholder 4100">
            <a:extLst>
              <a:ext uri="{FF2B5EF4-FFF2-40B4-BE49-F238E27FC236}">
                <a16:creationId xmlns:a16="http://schemas.microsoft.com/office/drawing/2014/main" id="{D8A94308-9E01-4615-9F46-D5E6EC91D37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4101">
            <a:extLst>
              <a:ext uri="{FF2B5EF4-FFF2-40B4-BE49-F238E27FC236}">
                <a16:creationId xmlns:a16="http://schemas.microsoft.com/office/drawing/2014/main" id="{491FBD8F-B882-4F2C-959B-3394FAD577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4102">
            <a:extLst>
              <a:ext uri="{FF2B5EF4-FFF2-40B4-BE49-F238E27FC236}">
                <a16:creationId xmlns:a16="http://schemas.microsoft.com/office/drawing/2014/main" id="{DB41D505-0BF2-4ACF-9DCE-D618438CB8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4653F3D-CCA4-4EFD-8224-4A3F603C2C2E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6185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4" name="Date Placeholder 4100">
            <a:extLst>
              <a:ext uri="{FF2B5EF4-FFF2-40B4-BE49-F238E27FC236}">
                <a16:creationId xmlns:a16="http://schemas.microsoft.com/office/drawing/2014/main" id="{5D929806-3A73-444E-95D6-9C7506FBAFC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101">
            <a:extLst>
              <a:ext uri="{FF2B5EF4-FFF2-40B4-BE49-F238E27FC236}">
                <a16:creationId xmlns:a16="http://schemas.microsoft.com/office/drawing/2014/main" id="{202AE90F-D6E6-43CF-BFA3-3206382256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4102">
            <a:extLst>
              <a:ext uri="{FF2B5EF4-FFF2-40B4-BE49-F238E27FC236}">
                <a16:creationId xmlns:a16="http://schemas.microsoft.com/office/drawing/2014/main" id="{3B007C2F-14B6-4790-817F-4EF605E1E9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5DE910E-4DE9-4EFD-B7F8-5014D4C783D1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422173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37760" y="101600"/>
            <a:ext cx="2126853" cy="6024563"/>
          </a:xfrm>
        </p:spPr>
        <p:txBody>
          <a:bodyPr vert="eaVert"/>
          <a:lstStyle/>
          <a:p>
            <a:r>
              <a:rPr lang="en-US" noProof="1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01600"/>
            <a:ext cx="6257264" cy="6024563"/>
          </a:xfrm>
        </p:spPr>
        <p:txBody>
          <a:bodyPr vert="eaVert"/>
          <a:lstStyle/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4" name="Date Placeholder 4100">
            <a:extLst>
              <a:ext uri="{FF2B5EF4-FFF2-40B4-BE49-F238E27FC236}">
                <a16:creationId xmlns:a16="http://schemas.microsoft.com/office/drawing/2014/main" id="{1277FB6E-5CB0-4469-AEE6-13C71A45E3C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101">
            <a:extLst>
              <a:ext uri="{FF2B5EF4-FFF2-40B4-BE49-F238E27FC236}">
                <a16:creationId xmlns:a16="http://schemas.microsoft.com/office/drawing/2014/main" id="{DF1903B0-F856-4D2A-B0EC-218946D284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4102">
            <a:extLst>
              <a:ext uri="{FF2B5EF4-FFF2-40B4-BE49-F238E27FC236}">
                <a16:creationId xmlns:a16="http://schemas.microsoft.com/office/drawing/2014/main" id="{F92DBD56-A955-4794-B392-88718E673A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BD230E1-AB7E-493E-9827-576601CD13B5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61638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 noProof="1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noProof="1"/>
              <a:t>Click to edit Master subtitle style</a:t>
            </a:r>
          </a:p>
        </p:txBody>
      </p:sp>
      <p:sp>
        <p:nvSpPr>
          <p:cNvPr id="4" name="Footer Placeholder 3076">
            <a:extLst>
              <a:ext uri="{FF2B5EF4-FFF2-40B4-BE49-F238E27FC236}">
                <a16:creationId xmlns:a16="http://schemas.microsoft.com/office/drawing/2014/main" id="{7CD63C59-0656-4B78-9F43-FFC1D6FC15D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3077">
            <a:extLst>
              <a:ext uri="{FF2B5EF4-FFF2-40B4-BE49-F238E27FC236}">
                <a16:creationId xmlns:a16="http://schemas.microsoft.com/office/drawing/2014/main" id="{604F9F67-ECA4-4281-9E19-8478F0619BD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8368AD2-69C6-4663-AA36-BD636F5E250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599247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4" name="Footer Placeholder 3076">
            <a:extLst>
              <a:ext uri="{FF2B5EF4-FFF2-40B4-BE49-F238E27FC236}">
                <a16:creationId xmlns:a16="http://schemas.microsoft.com/office/drawing/2014/main" id="{5B2BF9D7-ECAA-4CEB-8621-E1F8506869F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3077">
            <a:extLst>
              <a:ext uri="{FF2B5EF4-FFF2-40B4-BE49-F238E27FC236}">
                <a16:creationId xmlns:a16="http://schemas.microsoft.com/office/drawing/2014/main" id="{B6CE5C6B-BA27-4879-8792-2238F605F90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3B81230-0B58-4A01-96D1-AE84B5221123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631358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 noProof="1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1"/>
              <a:t>Click to edit Master text styles</a:t>
            </a:r>
          </a:p>
        </p:txBody>
      </p:sp>
      <p:sp>
        <p:nvSpPr>
          <p:cNvPr id="4" name="Footer Placeholder 3076">
            <a:extLst>
              <a:ext uri="{FF2B5EF4-FFF2-40B4-BE49-F238E27FC236}">
                <a16:creationId xmlns:a16="http://schemas.microsoft.com/office/drawing/2014/main" id="{78CA1C61-EF91-4C5B-8E35-7DC7CED19A0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3077">
            <a:extLst>
              <a:ext uri="{FF2B5EF4-FFF2-40B4-BE49-F238E27FC236}">
                <a16:creationId xmlns:a16="http://schemas.microsoft.com/office/drawing/2014/main" id="{ECF064FC-08A6-49B6-90F1-5F3EA6EE51F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D366B0B-2349-4227-A802-6F287DD32FDA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743110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41788" y="1600200"/>
            <a:ext cx="2227834" cy="4525963"/>
          </a:xfrm>
        </p:spPr>
        <p:txBody>
          <a:bodyPr/>
          <a:lstStyle/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60554" y="1600200"/>
            <a:ext cx="2227834" cy="4525963"/>
          </a:xfrm>
        </p:spPr>
        <p:txBody>
          <a:bodyPr/>
          <a:lstStyle/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5" name="Footer Placeholder 3076">
            <a:extLst>
              <a:ext uri="{FF2B5EF4-FFF2-40B4-BE49-F238E27FC236}">
                <a16:creationId xmlns:a16="http://schemas.microsoft.com/office/drawing/2014/main" id="{47CAFD34-A503-428C-B023-0F98F3CD8A2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3077">
            <a:extLst>
              <a:ext uri="{FF2B5EF4-FFF2-40B4-BE49-F238E27FC236}">
                <a16:creationId xmlns:a16="http://schemas.microsoft.com/office/drawing/2014/main" id="{9AAAB4CE-4F39-4D46-967B-4F0871E99C1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273AEE5-6AC7-4C9A-A7A0-FAF987B25AF8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128317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r>
              <a:rPr lang="en-US" noProof="1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1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noProof="1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1" y="2505075"/>
            <a:ext cx="3868340" cy="3684588"/>
          </a:xfrm>
        </p:spPr>
        <p:txBody>
          <a:bodyPr/>
          <a:lstStyle/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noProof="1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7" name="Footer Placeholder 3076">
            <a:extLst>
              <a:ext uri="{FF2B5EF4-FFF2-40B4-BE49-F238E27FC236}">
                <a16:creationId xmlns:a16="http://schemas.microsoft.com/office/drawing/2014/main" id="{FCFCD6F6-DB15-434C-A18E-898D87F772B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Slide Number Placeholder 3077">
            <a:extLst>
              <a:ext uri="{FF2B5EF4-FFF2-40B4-BE49-F238E27FC236}">
                <a16:creationId xmlns:a16="http://schemas.microsoft.com/office/drawing/2014/main" id="{33758170-ECDF-4E4B-95CF-A4E4E62EEB2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697F519-D495-49A0-9334-8B9A07A94D01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852050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/>
              <a:t>Click to edit Master title style</a:t>
            </a:r>
          </a:p>
        </p:txBody>
      </p:sp>
      <p:sp>
        <p:nvSpPr>
          <p:cNvPr id="3" name="Footer Placeholder 3076">
            <a:extLst>
              <a:ext uri="{FF2B5EF4-FFF2-40B4-BE49-F238E27FC236}">
                <a16:creationId xmlns:a16="http://schemas.microsoft.com/office/drawing/2014/main" id="{67DE4780-B060-483A-986A-12D6B2E16A5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Slide Number Placeholder 3077">
            <a:extLst>
              <a:ext uri="{FF2B5EF4-FFF2-40B4-BE49-F238E27FC236}">
                <a16:creationId xmlns:a16="http://schemas.microsoft.com/office/drawing/2014/main" id="{0A177618-6554-4D18-AFFF-72A2B58BFF5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7EC8595-D0C6-459E-8537-9C1DAD617819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019049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3076">
            <a:extLst>
              <a:ext uri="{FF2B5EF4-FFF2-40B4-BE49-F238E27FC236}">
                <a16:creationId xmlns:a16="http://schemas.microsoft.com/office/drawing/2014/main" id="{DBB288BC-92E6-4F24-B4D9-CD051F8CD9C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" name="Slide Number Placeholder 3077">
            <a:extLst>
              <a:ext uri="{FF2B5EF4-FFF2-40B4-BE49-F238E27FC236}">
                <a16:creationId xmlns:a16="http://schemas.microsoft.com/office/drawing/2014/main" id="{55F428C0-611D-4F07-9031-EA18DFAF707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6D5BF0D-1261-41D3-AF95-5FBDB6805733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538187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noProof="1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noProof="1"/>
              <a:t>Click to edit Master text styles</a:t>
            </a:r>
          </a:p>
        </p:txBody>
      </p:sp>
      <p:sp>
        <p:nvSpPr>
          <p:cNvPr id="5" name="Footer Placeholder 3076">
            <a:extLst>
              <a:ext uri="{FF2B5EF4-FFF2-40B4-BE49-F238E27FC236}">
                <a16:creationId xmlns:a16="http://schemas.microsoft.com/office/drawing/2014/main" id="{56E72FD0-10EB-4D4D-BE45-A7A6CD086F9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3077">
            <a:extLst>
              <a:ext uri="{FF2B5EF4-FFF2-40B4-BE49-F238E27FC236}">
                <a16:creationId xmlns:a16="http://schemas.microsoft.com/office/drawing/2014/main" id="{AE033925-2B77-4561-BAAA-9F6AC7FB995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964AA7B-99A0-4FDE-84A6-47D2C894594C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410287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noProof="1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 noProof="1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noProof="1"/>
              <a:t>Click to edit Master text styles</a:t>
            </a:r>
          </a:p>
        </p:txBody>
      </p:sp>
      <p:sp>
        <p:nvSpPr>
          <p:cNvPr id="5" name="Footer Placeholder 3076">
            <a:extLst>
              <a:ext uri="{FF2B5EF4-FFF2-40B4-BE49-F238E27FC236}">
                <a16:creationId xmlns:a16="http://schemas.microsoft.com/office/drawing/2014/main" id="{27B8AEC2-348E-4B02-A918-5F750A4A1CC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3077">
            <a:extLst>
              <a:ext uri="{FF2B5EF4-FFF2-40B4-BE49-F238E27FC236}">
                <a16:creationId xmlns:a16="http://schemas.microsoft.com/office/drawing/2014/main" id="{899EB2F0-3956-4648-99EA-17BB872A58B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773828F-F27B-4F49-9012-32660F426EC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641330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4" name="Footer Placeholder 3076">
            <a:extLst>
              <a:ext uri="{FF2B5EF4-FFF2-40B4-BE49-F238E27FC236}">
                <a16:creationId xmlns:a16="http://schemas.microsoft.com/office/drawing/2014/main" id="{3C272815-0E60-4A9C-AC61-7CED6077DFD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3077">
            <a:extLst>
              <a:ext uri="{FF2B5EF4-FFF2-40B4-BE49-F238E27FC236}">
                <a16:creationId xmlns:a16="http://schemas.microsoft.com/office/drawing/2014/main" id="{38CCAE60-EC64-4942-8736-DF7DD7AD317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F605CFF-B8C7-4229-AB51-918AACFC85FE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115317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87344" y="274638"/>
            <a:ext cx="2001044" cy="5851525"/>
          </a:xfrm>
        </p:spPr>
        <p:txBody>
          <a:bodyPr vert="eaVert"/>
          <a:lstStyle/>
          <a:p>
            <a:r>
              <a:rPr lang="en-US" noProof="1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4213" y="274638"/>
            <a:ext cx="5887129" cy="5851525"/>
          </a:xfrm>
        </p:spPr>
        <p:txBody>
          <a:bodyPr vert="eaVert"/>
          <a:lstStyle/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4" name="Footer Placeholder 3076">
            <a:extLst>
              <a:ext uri="{FF2B5EF4-FFF2-40B4-BE49-F238E27FC236}">
                <a16:creationId xmlns:a16="http://schemas.microsoft.com/office/drawing/2014/main" id="{47776B2E-3ADF-442D-A332-CA696A5B631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3077">
            <a:extLst>
              <a:ext uri="{FF2B5EF4-FFF2-40B4-BE49-F238E27FC236}">
                <a16:creationId xmlns:a16="http://schemas.microsoft.com/office/drawing/2014/main" id="{3592828D-8618-422F-B6D4-167C095F8C6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4D61300-FCD0-405D-B944-D4D40A379028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212198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B6A85675-5A44-7775-F753-189431200B2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6" y="0"/>
            <a:ext cx="914176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7474422"/>
      </p:ext>
    </p:extLst>
  </p:cSld>
  <p:clrMapOvr>
    <a:masterClrMapping/>
  </p:clrMapOvr>
  <p:hf sldNum="0" hdr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slideLayout" Target="../slideLayouts/slideLayout34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3073" descr="hand">
            <a:extLst>
              <a:ext uri="{FF2B5EF4-FFF2-40B4-BE49-F238E27FC236}">
                <a16:creationId xmlns:a16="http://schemas.microsoft.com/office/drawing/2014/main" id="{611C2D53-D883-438D-AD49-F2B2FD6D241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42913" y="1720850"/>
            <a:ext cx="4652963" cy="6029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Title 3074">
            <a:extLst>
              <a:ext uri="{FF2B5EF4-FFF2-40B4-BE49-F238E27FC236}">
                <a16:creationId xmlns:a16="http://schemas.microsoft.com/office/drawing/2014/main" id="{CCDE9A97-6DF6-4A89-BAB7-465588B10A4D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684213" y="274638"/>
            <a:ext cx="8002587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8" name="Text Placeholder 3075">
            <a:extLst>
              <a:ext uri="{FF2B5EF4-FFF2-40B4-BE49-F238E27FC236}">
                <a16:creationId xmlns:a16="http://schemas.microsoft.com/office/drawing/2014/main" id="{E59267E2-187C-41A0-A0CD-12E89F6271D6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4141788" y="1600200"/>
            <a:ext cx="4546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3077" name="Footer Placeholder 3076">
            <a:extLst>
              <a:ext uri="{FF2B5EF4-FFF2-40B4-BE49-F238E27FC236}">
                <a16:creationId xmlns:a16="http://schemas.microsoft.com/office/drawing/2014/main" id="{6FD5533E-1DE5-4523-9500-C393BCAFBF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en-US"/>
          </a:p>
        </p:txBody>
      </p:sp>
      <p:sp>
        <p:nvSpPr>
          <p:cNvPr id="3078" name="Slide Number Placeholder 3077">
            <a:extLst>
              <a:ext uri="{FF2B5EF4-FFF2-40B4-BE49-F238E27FC236}">
                <a16:creationId xmlns:a16="http://schemas.microsoft.com/office/drawing/2014/main" id="{0FCD4F84-B00C-4F7D-88B4-7BEA930F2B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FB3A855A-422A-48A2-ACC3-42554CA52C5C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08" r:id="rId2"/>
    <p:sldLayoutId id="2147483707" r:id="rId3"/>
    <p:sldLayoutId id="2147483706" r:id="rId4"/>
    <p:sldLayoutId id="2147483705" r:id="rId5"/>
    <p:sldLayoutId id="2147483704" r:id="rId6"/>
    <p:sldLayoutId id="2147483703" r:id="rId7"/>
    <p:sldLayoutId id="2147483702" r:id="rId8"/>
    <p:sldLayoutId id="2147483701" r:id="rId9"/>
    <p:sldLayoutId id="2147483700" r:id="rId10"/>
    <p:sldLayoutId id="2147483699" r:id="rId11"/>
  </p:sldLayoutIdLst>
  <p:hf sldNum="0" hdr="0" ftr="0"/>
  <p:txStyles>
    <p:titleStyle>
      <a:lvl1pPr algn="ctr" rtl="0" fontAlgn="base">
        <a:spcBef>
          <a:spcPct val="0"/>
        </a:spcBef>
        <a:spcAft>
          <a:spcPct val="0"/>
        </a:spcAft>
        <a:buFont typeface="Arial" panose="020B0604020202020204" pitchFamily="34" charset="0"/>
        <a:defRPr sz="4400" b="1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buFont typeface="Arial" panose="020B0604020202020204" pitchFamily="34" charset="0"/>
        <a:defRPr sz="4400" b="1">
          <a:solidFill>
            <a:schemeClr val="tx2"/>
          </a:solidFill>
          <a:latin typeface="微軟正黑體" panose="020B0604030504040204" pitchFamily="34" charset="-120"/>
          <a:ea typeface="微軟正黑體" panose="020B0604030504040204" pitchFamily="34" charset="-120"/>
        </a:defRPr>
      </a:lvl2pPr>
      <a:lvl3pPr algn="ctr" rtl="0" fontAlgn="base">
        <a:spcBef>
          <a:spcPct val="0"/>
        </a:spcBef>
        <a:spcAft>
          <a:spcPct val="0"/>
        </a:spcAft>
        <a:buFont typeface="Arial" panose="020B0604020202020204" pitchFamily="34" charset="0"/>
        <a:defRPr sz="4400" b="1">
          <a:solidFill>
            <a:schemeClr val="tx2"/>
          </a:solidFill>
          <a:latin typeface="微軟正黑體" panose="020B0604030504040204" pitchFamily="34" charset="-120"/>
          <a:ea typeface="微軟正黑體" panose="020B0604030504040204" pitchFamily="34" charset="-120"/>
        </a:defRPr>
      </a:lvl3pPr>
      <a:lvl4pPr algn="ctr" rtl="0" fontAlgn="base">
        <a:spcBef>
          <a:spcPct val="0"/>
        </a:spcBef>
        <a:spcAft>
          <a:spcPct val="0"/>
        </a:spcAft>
        <a:buFont typeface="Arial" panose="020B0604020202020204" pitchFamily="34" charset="0"/>
        <a:defRPr sz="4400" b="1">
          <a:solidFill>
            <a:schemeClr val="tx2"/>
          </a:solidFill>
          <a:latin typeface="微軟正黑體" panose="020B0604030504040204" pitchFamily="34" charset="-120"/>
          <a:ea typeface="微軟正黑體" panose="020B0604030504040204" pitchFamily="34" charset="-120"/>
        </a:defRPr>
      </a:lvl4pPr>
      <a:lvl5pPr algn="ctr" rtl="0" fontAlgn="base">
        <a:spcBef>
          <a:spcPct val="0"/>
        </a:spcBef>
        <a:spcAft>
          <a:spcPct val="0"/>
        </a:spcAft>
        <a:buFont typeface="Arial" panose="020B0604020202020204" pitchFamily="34" charset="0"/>
        <a:defRPr sz="4400" b="1">
          <a:solidFill>
            <a:schemeClr val="tx2"/>
          </a:solidFill>
          <a:latin typeface="微軟正黑體" panose="020B0604030504040204" pitchFamily="34" charset="-120"/>
          <a:ea typeface="微軟正黑體" panose="020B0604030504040204" pitchFamily="34" charset="-120"/>
        </a:defRPr>
      </a:lvl5pPr>
      <a:lvl6pPr marL="457200" algn="ctr" rtl="0" fontAlgn="base">
        <a:spcBef>
          <a:spcPct val="0"/>
        </a:spcBef>
        <a:spcAft>
          <a:spcPct val="0"/>
        </a:spcAft>
        <a:buFont typeface="Arial" panose="020B0604020202020204" pitchFamily="34" charset="0"/>
        <a:defRPr sz="4400" b="1">
          <a:solidFill>
            <a:schemeClr val="tx2"/>
          </a:solidFill>
          <a:latin typeface="微軟正黑體" panose="020B0604030504040204" pitchFamily="34" charset="-120"/>
          <a:ea typeface="微軟正黑體" panose="020B0604030504040204" pitchFamily="34" charset="-120"/>
        </a:defRPr>
      </a:lvl6pPr>
      <a:lvl7pPr marL="914400" algn="ctr" rtl="0" fontAlgn="base">
        <a:spcBef>
          <a:spcPct val="0"/>
        </a:spcBef>
        <a:spcAft>
          <a:spcPct val="0"/>
        </a:spcAft>
        <a:buFont typeface="Arial" panose="020B0604020202020204" pitchFamily="34" charset="0"/>
        <a:defRPr sz="4400" b="1">
          <a:solidFill>
            <a:schemeClr val="tx2"/>
          </a:solidFill>
          <a:latin typeface="微軟正黑體" panose="020B0604030504040204" pitchFamily="34" charset="-120"/>
          <a:ea typeface="微軟正黑體" panose="020B0604030504040204" pitchFamily="34" charset="-120"/>
        </a:defRPr>
      </a:lvl7pPr>
      <a:lvl8pPr marL="1371600" algn="ctr" rtl="0" fontAlgn="base">
        <a:spcBef>
          <a:spcPct val="0"/>
        </a:spcBef>
        <a:spcAft>
          <a:spcPct val="0"/>
        </a:spcAft>
        <a:buFont typeface="Arial" panose="020B0604020202020204" pitchFamily="34" charset="0"/>
        <a:defRPr sz="4400" b="1">
          <a:solidFill>
            <a:schemeClr val="tx2"/>
          </a:solidFill>
          <a:latin typeface="微軟正黑體" panose="020B0604030504040204" pitchFamily="34" charset="-120"/>
          <a:ea typeface="微軟正黑體" panose="020B0604030504040204" pitchFamily="34" charset="-120"/>
        </a:defRPr>
      </a:lvl8pPr>
      <a:lvl9pPr marL="1828800" algn="ctr" rtl="0" fontAlgn="base">
        <a:spcBef>
          <a:spcPct val="0"/>
        </a:spcBef>
        <a:spcAft>
          <a:spcPct val="0"/>
        </a:spcAft>
        <a:buFont typeface="Arial" panose="020B0604020202020204" pitchFamily="34" charset="0"/>
        <a:defRPr sz="4400" b="1">
          <a:solidFill>
            <a:schemeClr val="tx2"/>
          </a:solidFill>
          <a:latin typeface="微軟正黑體" panose="020B0604030504040204" pitchFamily="34" charset="-120"/>
          <a:ea typeface="微軟正黑體" panose="020B0604030504040204" pitchFamily="34" charset="-12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b="1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b="1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b="1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b="1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1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1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1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1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4097" descr="title">
            <a:extLst>
              <a:ext uri="{FF2B5EF4-FFF2-40B4-BE49-F238E27FC236}">
                <a16:creationId xmlns:a16="http://schemas.microsoft.com/office/drawing/2014/main" id="{0E80CB06-F7FE-4C4E-A7CD-91F231416EF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1244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51" name="Title 4098">
            <a:extLst>
              <a:ext uri="{FF2B5EF4-FFF2-40B4-BE49-F238E27FC236}">
                <a16:creationId xmlns:a16="http://schemas.microsoft.com/office/drawing/2014/main" id="{0977DCD1-C7B1-4CDB-9CE5-0F3A8176E5A1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2195513" y="101600"/>
            <a:ext cx="67691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2052" name="Text Placeholder 4099">
            <a:extLst>
              <a:ext uri="{FF2B5EF4-FFF2-40B4-BE49-F238E27FC236}">
                <a16:creationId xmlns:a16="http://schemas.microsoft.com/office/drawing/2014/main" id="{AC5096E9-0292-4BF3-9CA6-9C6E32E20F29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101" name="Date Placeholder 4100">
            <a:extLst>
              <a:ext uri="{FF2B5EF4-FFF2-40B4-BE49-F238E27FC236}">
                <a16:creationId xmlns:a16="http://schemas.microsoft.com/office/drawing/2014/main" id="{BF882AD1-52D3-4DCD-9084-5DC50DDDA2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 sz="1400" noProof="1"/>
            </a:lvl1pPr>
          </a:lstStyle>
          <a:p>
            <a:endParaRPr lang="en-US"/>
          </a:p>
        </p:txBody>
      </p:sp>
      <p:sp>
        <p:nvSpPr>
          <p:cNvPr id="4102" name="Footer Placeholder 4101">
            <a:extLst>
              <a:ext uri="{FF2B5EF4-FFF2-40B4-BE49-F238E27FC236}">
                <a16:creationId xmlns:a16="http://schemas.microsoft.com/office/drawing/2014/main" id="{2FFFED29-2C5C-407F-96A2-20F687DB27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ctr">
              <a:defRPr sz="1400" noProof="1"/>
            </a:lvl1pPr>
          </a:lstStyle>
          <a:p>
            <a:endParaRPr lang="en-US"/>
          </a:p>
        </p:txBody>
      </p:sp>
      <p:sp>
        <p:nvSpPr>
          <p:cNvPr id="4103" name="Slide Number Placeholder 4102">
            <a:extLst>
              <a:ext uri="{FF2B5EF4-FFF2-40B4-BE49-F238E27FC236}">
                <a16:creationId xmlns:a16="http://schemas.microsoft.com/office/drawing/2014/main" id="{D69CC4C8-4FD9-4445-A553-866FB762D0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r">
              <a:defRPr sz="1400" noProof="1">
                <a:ea typeface="Arial" panose="020B0604020202020204" pitchFamily="34" charset="0"/>
                <a:cs typeface="+mn-ea"/>
              </a:defRPr>
            </a:lvl1pPr>
          </a:lstStyle>
          <a:p>
            <a:fld id="{E8E3C977-67B5-4CC8-A38A-772FA5460A3F}" type="slidenum">
              <a:rPr lang="en-US"/>
              <a:pPr/>
              <a:t>‹#›</a:t>
            </a:fld>
            <a:endParaRPr lang="en-US">
              <a:ea typeface="+mn-ea"/>
              <a:cs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0" r:id="rId1"/>
    <p:sldLayoutId id="2147483719" r:id="rId2"/>
    <p:sldLayoutId id="2147483718" r:id="rId3"/>
    <p:sldLayoutId id="2147483717" r:id="rId4"/>
    <p:sldLayoutId id="2147483716" r:id="rId5"/>
    <p:sldLayoutId id="2147483715" r:id="rId6"/>
    <p:sldLayoutId id="2147483714" r:id="rId7"/>
    <p:sldLayoutId id="2147483713" r:id="rId8"/>
    <p:sldLayoutId id="2147483712" r:id="rId9"/>
    <p:sldLayoutId id="2147483711" r:id="rId10"/>
    <p:sldLayoutId id="2147483710" r:id="rId11"/>
  </p:sldLayoutIdLst>
  <p:txStyles>
    <p:titleStyle>
      <a:lvl1pPr algn="l" rtl="0" fontAlgn="base">
        <a:spcBef>
          <a:spcPct val="0"/>
        </a:spcBef>
        <a:spcAft>
          <a:spcPct val="0"/>
        </a:spcAft>
        <a:buFont typeface="Arial" panose="020B0604020202020204" pitchFamily="34" charset="0"/>
        <a:defRPr sz="4400" b="1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buFont typeface="Arial" panose="020B0604020202020204" pitchFamily="34" charset="0"/>
        <a:defRPr sz="4400" b="1">
          <a:solidFill>
            <a:schemeClr val="tx2"/>
          </a:solidFill>
          <a:latin typeface="微軟正黑體" panose="020B0604030504040204" pitchFamily="34" charset="-120"/>
          <a:ea typeface="微軟正黑體" panose="020B0604030504040204" pitchFamily="34" charset="-120"/>
        </a:defRPr>
      </a:lvl2pPr>
      <a:lvl3pPr algn="l" rtl="0" fontAlgn="base">
        <a:spcBef>
          <a:spcPct val="0"/>
        </a:spcBef>
        <a:spcAft>
          <a:spcPct val="0"/>
        </a:spcAft>
        <a:buFont typeface="Arial" panose="020B0604020202020204" pitchFamily="34" charset="0"/>
        <a:defRPr sz="4400" b="1">
          <a:solidFill>
            <a:schemeClr val="tx2"/>
          </a:solidFill>
          <a:latin typeface="微軟正黑體" panose="020B0604030504040204" pitchFamily="34" charset="-120"/>
          <a:ea typeface="微軟正黑體" panose="020B0604030504040204" pitchFamily="34" charset="-120"/>
        </a:defRPr>
      </a:lvl3pPr>
      <a:lvl4pPr algn="l" rtl="0" fontAlgn="base">
        <a:spcBef>
          <a:spcPct val="0"/>
        </a:spcBef>
        <a:spcAft>
          <a:spcPct val="0"/>
        </a:spcAft>
        <a:buFont typeface="Arial" panose="020B0604020202020204" pitchFamily="34" charset="0"/>
        <a:defRPr sz="4400" b="1">
          <a:solidFill>
            <a:schemeClr val="tx2"/>
          </a:solidFill>
          <a:latin typeface="微軟正黑體" panose="020B0604030504040204" pitchFamily="34" charset="-120"/>
          <a:ea typeface="微軟正黑體" panose="020B0604030504040204" pitchFamily="34" charset="-120"/>
        </a:defRPr>
      </a:lvl4pPr>
      <a:lvl5pPr algn="l" rtl="0" fontAlgn="base">
        <a:spcBef>
          <a:spcPct val="0"/>
        </a:spcBef>
        <a:spcAft>
          <a:spcPct val="0"/>
        </a:spcAft>
        <a:buFont typeface="Arial" panose="020B0604020202020204" pitchFamily="34" charset="0"/>
        <a:defRPr sz="4400" b="1">
          <a:solidFill>
            <a:schemeClr val="tx2"/>
          </a:solidFill>
          <a:latin typeface="微軟正黑體" panose="020B0604030504040204" pitchFamily="34" charset="-120"/>
          <a:ea typeface="微軟正黑體" panose="020B0604030504040204" pitchFamily="34" charset="-120"/>
        </a:defRPr>
      </a:lvl5pPr>
      <a:lvl6pPr marL="457200" algn="l" rtl="0" fontAlgn="base">
        <a:spcBef>
          <a:spcPct val="0"/>
        </a:spcBef>
        <a:spcAft>
          <a:spcPct val="0"/>
        </a:spcAft>
        <a:buFont typeface="Arial" panose="020B0604020202020204" pitchFamily="34" charset="0"/>
        <a:defRPr sz="4400" b="1">
          <a:solidFill>
            <a:schemeClr val="tx2"/>
          </a:solidFill>
          <a:latin typeface="微軟正黑體" panose="020B0604030504040204" pitchFamily="34" charset="-120"/>
          <a:ea typeface="微軟正黑體" panose="020B0604030504040204" pitchFamily="34" charset="-120"/>
        </a:defRPr>
      </a:lvl6pPr>
      <a:lvl7pPr marL="914400" algn="l" rtl="0" fontAlgn="base">
        <a:spcBef>
          <a:spcPct val="0"/>
        </a:spcBef>
        <a:spcAft>
          <a:spcPct val="0"/>
        </a:spcAft>
        <a:buFont typeface="Arial" panose="020B0604020202020204" pitchFamily="34" charset="0"/>
        <a:defRPr sz="4400" b="1">
          <a:solidFill>
            <a:schemeClr val="tx2"/>
          </a:solidFill>
          <a:latin typeface="微軟正黑體" panose="020B0604030504040204" pitchFamily="34" charset="-120"/>
          <a:ea typeface="微軟正黑體" panose="020B0604030504040204" pitchFamily="34" charset="-120"/>
        </a:defRPr>
      </a:lvl7pPr>
      <a:lvl8pPr marL="1371600" algn="l" rtl="0" fontAlgn="base">
        <a:spcBef>
          <a:spcPct val="0"/>
        </a:spcBef>
        <a:spcAft>
          <a:spcPct val="0"/>
        </a:spcAft>
        <a:buFont typeface="Arial" panose="020B0604020202020204" pitchFamily="34" charset="0"/>
        <a:defRPr sz="4400" b="1">
          <a:solidFill>
            <a:schemeClr val="tx2"/>
          </a:solidFill>
          <a:latin typeface="微軟正黑體" panose="020B0604030504040204" pitchFamily="34" charset="-120"/>
          <a:ea typeface="微軟正黑體" panose="020B0604030504040204" pitchFamily="34" charset="-120"/>
        </a:defRPr>
      </a:lvl8pPr>
      <a:lvl9pPr marL="1828800" algn="l" rtl="0" fontAlgn="base">
        <a:spcBef>
          <a:spcPct val="0"/>
        </a:spcBef>
        <a:spcAft>
          <a:spcPct val="0"/>
        </a:spcAft>
        <a:buFont typeface="Arial" panose="020B0604020202020204" pitchFamily="34" charset="0"/>
        <a:defRPr sz="4400" b="1">
          <a:solidFill>
            <a:schemeClr val="tx2"/>
          </a:solidFill>
          <a:latin typeface="微軟正黑體" panose="020B0604030504040204" pitchFamily="34" charset="-120"/>
          <a:ea typeface="微軟正黑體" panose="020B0604030504040204" pitchFamily="34" charset="-12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3074">
            <a:extLst>
              <a:ext uri="{FF2B5EF4-FFF2-40B4-BE49-F238E27FC236}">
                <a16:creationId xmlns:a16="http://schemas.microsoft.com/office/drawing/2014/main" id="{92665A80-722A-4738-8A59-38B4B66BCDDB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684213" y="274638"/>
            <a:ext cx="8002587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4099" name="Text Placeholder 3075">
            <a:extLst>
              <a:ext uri="{FF2B5EF4-FFF2-40B4-BE49-F238E27FC236}">
                <a16:creationId xmlns:a16="http://schemas.microsoft.com/office/drawing/2014/main" id="{4E47CFF8-DD2C-4FE2-9D10-5EBEEB779CCC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4141788" y="1600200"/>
            <a:ext cx="4546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3077" name="Footer Placeholder 3076">
            <a:extLst>
              <a:ext uri="{FF2B5EF4-FFF2-40B4-BE49-F238E27FC236}">
                <a16:creationId xmlns:a16="http://schemas.microsoft.com/office/drawing/2014/main" id="{E188B901-967B-430B-A729-F0EACF9465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ctr">
              <a:defRPr sz="1400" noProof="1"/>
            </a:lvl1pPr>
          </a:lstStyle>
          <a:p>
            <a:endParaRPr lang="en-US"/>
          </a:p>
        </p:txBody>
      </p:sp>
      <p:sp>
        <p:nvSpPr>
          <p:cNvPr id="3078" name="Slide Number Placeholder 3077">
            <a:extLst>
              <a:ext uri="{FF2B5EF4-FFF2-40B4-BE49-F238E27FC236}">
                <a16:creationId xmlns:a16="http://schemas.microsoft.com/office/drawing/2014/main" id="{441DA540-5186-44EA-A753-D57ABD6E07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r">
              <a:defRPr sz="1400" noProof="1">
                <a:ea typeface="Arial" panose="020B0604020202020204" pitchFamily="34" charset="0"/>
                <a:cs typeface="+mn-ea"/>
              </a:defRPr>
            </a:lvl1pPr>
          </a:lstStyle>
          <a:p>
            <a:fld id="{9805BDB2-6EFB-43BB-BF34-C681B7351FD7}" type="slidenum">
              <a:rPr lang="en-US"/>
              <a:pPr/>
              <a:t>‹#›</a:t>
            </a:fld>
            <a:endParaRPr lang="en-US">
              <a:ea typeface="+mn-ea"/>
              <a:cs typeface="Arial" panose="020B0604020202020204" pitchFamily="34" charset="0"/>
            </a:endParaRPr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C94D8319-AAE1-63A1-FE6A-1EF6F7E0197B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565" y="2492896"/>
            <a:ext cx="2286959" cy="312551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41" r:id="rId1"/>
    <p:sldLayoutId id="2147483740" r:id="rId2"/>
    <p:sldLayoutId id="2147483739" r:id="rId3"/>
    <p:sldLayoutId id="2147483738" r:id="rId4"/>
    <p:sldLayoutId id="2147483737" r:id="rId5"/>
    <p:sldLayoutId id="2147483736" r:id="rId6"/>
    <p:sldLayoutId id="2147483735" r:id="rId7"/>
    <p:sldLayoutId id="2147483734" r:id="rId8"/>
    <p:sldLayoutId id="2147483733" r:id="rId9"/>
    <p:sldLayoutId id="2147483732" r:id="rId10"/>
    <p:sldLayoutId id="2147483731" r:id="rId11"/>
    <p:sldLayoutId id="2147483742" r:id="rId12"/>
  </p:sldLayoutIdLst>
  <p:txStyles>
    <p:titleStyle>
      <a:lvl1pPr algn="ctr" rtl="0" fontAlgn="base">
        <a:spcBef>
          <a:spcPct val="0"/>
        </a:spcBef>
        <a:spcAft>
          <a:spcPct val="0"/>
        </a:spcAft>
        <a:defRPr sz="4400" b="1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微軟正黑體" panose="020B0604030504040204" pitchFamily="34" charset="-120"/>
          <a:ea typeface="微軟正黑體" panose="020B0604030504040204" pitchFamily="34" charset="-120"/>
        </a:defRPr>
      </a:lvl2pPr>
      <a:lvl3pPr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微軟正黑體" panose="020B0604030504040204" pitchFamily="34" charset="-120"/>
          <a:ea typeface="微軟正黑體" panose="020B0604030504040204" pitchFamily="34" charset="-120"/>
        </a:defRPr>
      </a:lvl3pPr>
      <a:lvl4pPr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微軟正黑體" panose="020B0604030504040204" pitchFamily="34" charset="-120"/>
          <a:ea typeface="微軟正黑體" panose="020B0604030504040204" pitchFamily="34" charset="-120"/>
        </a:defRPr>
      </a:lvl4pPr>
      <a:lvl5pPr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微軟正黑體" panose="020B0604030504040204" pitchFamily="34" charset="-120"/>
          <a:ea typeface="微軟正黑體" panose="020B0604030504040204" pitchFamily="34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微軟正黑體" panose="020B0604030504040204" pitchFamily="34" charset="-120"/>
          <a:ea typeface="微軟正黑體" panose="020B0604030504040204" pitchFamily="34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微軟正黑體" panose="020B0604030504040204" pitchFamily="34" charset="-120"/>
          <a:ea typeface="微軟正黑體" panose="020B0604030504040204" pitchFamily="34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微軟正黑體" panose="020B0604030504040204" pitchFamily="34" charset="-120"/>
          <a:ea typeface="微軟正黑體" panose="020B0604030504040204" pitchFamily="34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微軟正黑體" panose="020B0604030504040204" pitchFamily="34" charset="-120"/>
          <a:ea typeface="微軟正黑體" panose="020B0604030504040204" pitchFamily="34" charset="-12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rtl="0" fontAlgn="base">
        <a:spcBef>
          <a:spcPct val="20000"/>
        </a:spcBef>
        <a:spcAft>
          <a:spcPct val="0"/>
        </a:spcAft>
        <a:buChar char="–"/>
        <a:defRPr sz="2800" b="1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rtl="0" fontAlgn="base">
        <a:spcBef>
          <a:spcPct val="20000"/>
        </a:spcBef>
        <a:spcAft>
          <a:spcPct val="0"/>
        </a:spcAft>
        <a:buChar char="•"/>
        <a:defRPr sz="2400" b="1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rtl="0" fontAlgn="base">
        <a:spcBef>
          <a:spcPct val="20000"/>
        </a:spcBef>
        <a:spcAft>
          <a:spcPct val="0"/>
        </a:spcAft>
        <a:buChar char="–"/>
        <a:defRPr sz="2000" b="1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rtl="0" fontAlgn="base">
        <a:spcBef>
          <a:spcPct val="20000"/>
        </a:spcBef>
        <a:spcAft>
          <a:spcPct val="0"/>
        </a:spcAft>
        <a:buChar char="»"/>
        <a:defRPr sz="2000" b="1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1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1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1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1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push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Title 7169">
            <a:extLst>
              <a:ext uri="{FF2B5EF4-FFF2-40B4-BE49-F238E27FC236}">
                <a16:creationId xmlns:a16="http://schemas.microsoft.com/office/drawing/2014/main" id="{CA752FB6-0809-4807-9A8F-3AF6C75CAED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4000"/>
              <a:t>第十章 變頻控制LED燈光和馬達</a:t>
            </a:r>
          </a:p>
        </p:txBody>
      </p:sp>
      <p:sp>
        <p:nvSpPr>
          <p:cNvPr id="7170" name="Text Placeholder 7170">
            <a:extLst>
              <a:ext uri="{FF2B5EF4-FFF2-40B4-BE49-F238E27FC236}">
                <a16:creationId xmlns:a16="http://schemas.microsoft.com/office/drawing/2014/main" id="{E9577D45-A549-4D7E-9934-FE0032BD23E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707904" y="1600200"/>
            <a:ext cx="4980484" cy="4525963"/>
          </a:xfrm>
        </p:spPr>
        <p:txBody>
          <a:bodyPr/>
          <a:lstStyle/>
          <a:p>
            <a:r>
              <a:rPr lang="zh-TW" altLang="en-US" sz="2400" dirty="0"/>
              <a:t>調節電壓變化</a:t>
            </a:r>
          </a:p>
          <a:p>
            <a:r>
              <a:rPr lang="zh-TW" altLang="en-US" sz="2400" dirty="0"/>
              <a:t>類比輸出（PWM）</a:t>
            </a:r>
          </a:p>
          <a:p>
            <a:r>
              <a:rPr lang="zh-TW" altLang="en-US" sz="2400" dirty="0"/>
              <a:t>製作調光器</a:t>
            </a:r>
          </a:p>
          <a:p>
            <a:r>
              <a:rPr lang="zh-TW" altLang="en-US" sz="2400" dirty="0"/>
              <a:t>隨機數字與燭光效果</a:t>
            </a:r>
          </a:p>
          <a:p>
            <a:r>
              <a:rPr lang="zh-TW" altLang="en-US" sz="2400" dirty="0"/>
              <a:t>透過序列埠調整燈光亮度</a:t>
            </a:r>
          </a:p>
          <a:p>
            <a:r>
              <a:rPr lang="zh-TW" altLang="en-US" sz="2400" dirty="0"/>
              <a:t>認識直流馬達</a:t>
            </a:r>
            <a:endParaRPr lang="en-US" altLang="zh-TW" sz="2400" dirty="0"/>
          </a:p>
          <a:p>
            <a:r>
              <a:rPr lang="zh-TW" altLang="en-US" sz="2400" dirty="0"/>
              <a:t>齒輪箱</a:t>
            </a:r>
            <a:r>
              <a:rPr lang="en-US" altLang="zh-TW" sz="2400" dirty="0"/>
              <a:t>/</a:t>
            </a:r>
            <a:r>
              <a:rPr lang="zh-TW" altLang="en-US" sz="2400" dirty="0"/>
              <a:t>滑輪組和動力模型玩具</a:t>
            </a:r>
            <a:endParaRPr lang="en-US" altLang="zh-TW" sz="2400" dirty="0"/>
          </a:p>
          <a:p>
            <a:r>
              <a:rPr lang="zh-TW" altLang="en-US" sz="2400" dirty="0"/>
              <a:t>認識電晶體元件</a:t>
            </a:r>
          </a:p>
          <a:p>
            <a:r>
              <a:rPr lang="zh-TW" altLang="en-US" sz="2400" dirty="0"/>
              <a:t>馬達控制器與調速器</a:t>
            </a:r>
            <a:endParaRPr lang="en-US" altLang="zh-TW" sz="2400" dirty="0"/>
          </a:p>
          <a:p>
            <a:r>
              <a:rPr lang="zh-TW" altLang="en-US" sz="2400" dirty="0"/>
              <a:t>調整</a:t>
            </a:r>
            <a:r>
              <a:rPr lang="en-US" altLang="zh-TW" sz="2400" dirty="0"/>
              <a:t>PWM</a:t>
            </a:r>
            <a:r>
              <a:rPr lang="zh-TW" altLang="en-US" sz="2400"/>
              <a:t>的工作頻率</a:t>
            </a:r>
            <a:endParaRPr lang="zh-TW" altLang="en-US" sz="2400" dirty="0"/>
          </a:p>
        </p:txBody>
      </p:sp>
    </p:spTree>
  </p:cSld>
  <p:clrMapOvr>
    <a:masterClrMapping/>
  </p:clrMapOvr>
  <p:transition>
    <p:push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Title 8193">
            <a:extLst>
              <a:ext uri="{FF2B5EF4-FFF2-40B4-BE49-F238E27FC236}">
                <a16:creationId xmlns:a16="http://schemas.microsoft.com/office/drawing/2014/main" id="{94F90EA0-75D5-4884-BA41-1F249B3169A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調節電壓變化</a:t>
            </a:r>
            <a:endParaRPr lang="zh-CN" altLang="en-US"/>
          </a:p>
        </p:txBody>
      </p:sp>
      <p:pic>
        <p:nvPicPr>
          <p:cNvPr id="8195" name="Picture 8195" descr="mo17">
            <a:extLst>
              <a:ext uri="{FF2B5EF4-FFF2-40B4-BE49-F238E27FC236}">
                <a16:creationId xmlns:a16="http://schemas.microsoft.com/office/drawing/2014/main" id="{30422D3C-2256-4188-86CA-9C40C24481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32325" y="4778375"/>
            <a:ext cx="30480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196" name="Oval 8196">
            <a:extLst>
              <a:ext uri="{FF2B5EF4-FFF2-40B4-BE49-F238E27FC236}">
                <a16:creationId xmlns:a16="http://schemas.microsoft.com/office/drawing/2014/main" id="{0DCC3C75-7066-459F-9D75-63C45A35EC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56550" y="3525838"/>
            <a:ext cx="863600" cy="863600"/>
          </a:xfrm>
          <a:prstGeom prst="ellipse">
            <a:avLst/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8197" name="Text Box 8197">
            <a:extLst>
              <a:ext uri="{FF2B5EF4-FFF2-40B4-BE49-F238E27FC236}">
                <a16:creationId xmlns:a16="http://schemas.microsoft.com/office/drawing/2014/main" id="{952EE8A9-25B5-4898-AB0D-602E977310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32750" y="3670300"/>
            <a:ext cx="692150" cy="639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zh-TW" altLang="en-US" b="1">
                <a:solidFill>
                  <a:schemeClr val="bg1"/>
                </a:solidFill>
                <a:latin typeface="微軟正黑體" panose="020B0604030504040204" pitchFamily="34" charset="-120"/>
              </a:rPr>
              <a:t>參閱</a:t>
            </a:r>
          </a:p>
          <a:p>
            <a:pPr algn="ctr"/>
            <a:r>
              <a:rPr lang="zh-TW" altLang="en-US" b="1">
                <a:solidFill>
                  <a:schemeClr val="bg1"/>
                </a:solidFill>
                <a:latin typeface="微軟正黑體" panose="020B0604030504040204" pitchFamily="34" charset="-120"/>
              </a:rPr>
              <a:t>10-2</a:t>
            </a:r>
            <a:endParaRPr lang="zh-TW" altLang="en-US">
              <a:ea typeface="新細明體" panose="02020500000000000000" pitchFamily="18" charset="-120"/>
            </a:endParaRPr>
          </a:p>
        </p:txBody>
      </p:sp>
      <p:sp>
        <p:nvSpPr>
          <p:cNvPr id="8198" name="Text Box 9221">
            <a:extLst>
              <a:ext uri="{FF2B5EF4-FFF2-40B4-BE49-F238E27FC236}">
                <a16:creationId xmlns:a16="http://schemas.microsoft.com/office/drawing/2014/main" id="{E0791B21-9265-4AF7-82EC-75D4192DB6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5750" y="1617663"/>
            <a:ext cx="3941763" cy="935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微軟正黑體" panose="020B0604030504040204" pitchFamily="34" charset="-120"/>
              </a:rPr>
              <a:t>在電源輸出端串聯一個電阻，即可降低電壓，因此，像</a:t>
            </a:r>
            <a:r>
              <a:rPr lang="zh-TW" altLang="en-US">
                <a:latin typeface="微軟正黑體" panose="020B0604030504040204" pitchFamily="34" charset="-120"/>
              </a:rPr>
              <a:t>右</a:t>
            </a:r>
            <a:r>
              <a:rPr lang="en-US" altLang="en-US">
                <a:latin typeface="微軟正黑體" panose="020B0604030504040204" pitchFamily="34" charset="-120"/>
              </a:rPr>
              <a:t>圖般銜接可變電阻，將能調整LED的亮度。</a:t>
            </a:r>
          </a:p>
        </p:txBody>
      </p:sp>
      <p:sp>
        <p:nvSpPr>
          <p:cNvPr id="8199" name="Text Box 1">
            <a:extLst>
              <a:ext uri="{FF2B5EF4-FFF2-40B4-BE49-F238E27FC236}">
                <a16:creationId xmlns:a16="http://schemas.microsoft.com/office/drawing/2014/main" id="{B6DAA8C5-5171-4583-B651-AD86849D40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3225" y="4038600"/>
            <a:ext cx="3940175" cy="1209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微軟正黑體" panose="020B0604030504040204" pitchFamily="34" charset="-120"/>
              </a:rPr>
              <a:t>驅動小小的LED，不會耗費太多電力，但如果是馬達或其他消耗大電流的負載，電阻將會浪費許多電力，而且電阻所消耗的電能將轉換成熱能。</a:t>
            </a:r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77E69871-1BCD-4CD3-B40C-31CEB6926BBA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1875" y="1493444"/>
            <a:ext cx="2628900" cy="1323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7" name="Title 9217">
            <a:extLst>
              <a:ext uri="{FF2B5EF4-FFF2-40B4-BE49-F238E27FC236}">
                <a16:creationId xmlns:a16="http://schemas.microsoft.com/office/drawing/2014/main" id="{8AC76849-8319-4100-BE23-E08CABD1F1C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000"/>
              <a:t>省電節能又環保的PWM變頻技術</a:t>
            </a:r>
          </a:p>
        </p:txBody>
      </p:sp>
      <p:pic>
        <p:nvPicPr>
          <p:cNvPr id="9218" name="Picture 9218" descr="mo20">
            <a:extLst>
              <a:ext uri="{FF2B5EF4-FFF2-40B4-BE49-F238E27FC236}">
                <a16:creationId xmlns:a16="http://schemas.microsoft.com/office/drawing/2014/main" id="{A5B15D1D-BB9B-4ABB-887F-CCA462D90D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6413" y="1617663"/>
            <a:ext cx="4287837" cy="2243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19" name="Picture 9219" descr="mo21">
            <a:extLst>
              <a:ext uri="{FF2B5EF4-FFF2-40B4-BE49-F238E27FC236}">
                <a16:creationId xmlns:a16="http://schemas.microsoft.com/office/drawing/2014/main" id="{9374B609-22F2-4302-9A77-E12BC48181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8913" y="4679950"/>
            <a:ext cx="6010275" cy="419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20" name="Picture 9220" descr="mo22">
            <a:extLst>
              <a:ext uri="{FF2B5EF4-FFF2-40B4-BE49-F238E27FC236}">
                <a16:creationId xmlns:a16="http://schemas.microsoft.com/office/drawing/2014/main" id="{BE68AB04-8DAE-44F9-B03C-E6E756BBD5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8913" y="5673725"/>
            <a:ext cx="4514850" cy="419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221" name="Text Box 9221">
            <a:extLst>
              <a:ext uri="{FF2B5EF4-FFF2-40B4-BE49-F238E27FC236}">
                <a16:creationId xmlns:a16="http://schemas.microsoft.com/office/drawing/2014/main" id="{678202C5-0128-4C90-9C97-B5A032A647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5750" y="1617663"/>
            <a:ext cx="3495675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微軟正黑體" panose="020B0604030504040204" pitchFamily="34" charset="-120"/>
              </a:rPr>
              <a:t>高速切換高、低電位（頻率高於30Hz），數位訊號將能模擬類比電壓高低變化的效果。</a:t>
            </a:r>
          </a:p>
          <a:p>
            <a:endParaRPr lang="en-US" altLang="en-US">
              <a:latin typeface="微軟正黑體" panose="020B0604030504040204" pitchFamily="34" charset="-120"/>
            </a:endParaRPr>
          </a:p>
          <a:p>
            <a:r>
              <a:rPr lang="en-US" altLang="en-US">
                <a:latin typeface="微軟正黑體" panose="020B0604030504040204" pitchFamily="34" charset="-120"/>
              </a:rPr>
              <a:t>在數位系統上「模擬」類比輸出的方式，稱為</a:t>
            </a:r>
            <a:r>
              <a:rPr lang="en-US" altLang="en-US" b="1">
                <a:latin typeface="微軟正黑體" panose="020B0604030504040204" pitchFamily="34" charset="-120"/>
              </a:rPr>
              <a:t>脈寬調變</a:t>
            </a:r>
            <a:r>
              <a:rPr lang="en-US" altLang="en-US">
                <a:latin typeface="微軟正黑體" panose="020B0604030504040204" pitchFamily="34" charset="-120"/>
              </a:rPr>
              <a:t>（Pulse Width Modulation，簡稱</a:t>
            </a:r>
            <a:r>
              <a:rPr lang="en-US" altLang="en-US" b="1">
                <a:latin typeface="微軟正黑體" panose="020B0604030504040204" pitchFamily="34" charset="-120"/>
              </a:rPr>
              <a:t>PWM</a:t>
            </a:r>
            <a:r>
              <a:rPr lang="en-US" altLang="en-US">
                <a:latin typeface="微軟正黑體" panose="020B0604030504040204" pitchFamily="34" charset="-120"/>
              </a:rPr>
              <a:t>）。</a:t>
            </a:r>
          </a:p>
        </p:txBody>
      </p:sp>
      <p:sp>
        <p:nvSpPr>
          <p:cNvPr id="9222" name="Oval 9222">
            <a:extLst>
              <a:ext uri="{FF2B5EF4-FFF2-40B4-BE49-F238E27FC236}">
                <a16:creationId xmlns:a16="http://schemas.microsoft.com/office/drawing/2014/main" id="{9670528B-95AE-4F7C-B7F6-2001EEB13C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56550" y="5302250"/>
            <a:ext cx="863600" cy="863600"/>
          </a:xfrm>
          <a:prstGeom prst="ellipse">
            <a:avLst/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9223" name="Text Box 9223">
            <a:extLst>
              <a:ext uri="{FF2B5EF4-FFF2-40B4-BE49-F238E27FC236}">
                <a16:creationId xmlns:a16="http://schemas.microsoft.com/office/drawing/2014/main" id="{42EDF4C1-2D40-4A89-82F2-C7529E0E34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32750" y="5446713"/>
            <a:ext cx="692150" cy="639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zh-TW" altLang="en-US" b="1">
                <a:solidFill>
                  <a:schemeClr val="bg1"/>
                </a:solidFill>
                <a:latin typeface="微軟正黑體" panose="020B0604030504040204" pitchFamily="34" charset="-120"/>
              </a:rPr>
              <a:t>參閱</a:t>
            </a:r>
          </a:p>
          <a:p>
            <a:pPr algn="ctr"/>
            <a:r>
              <a:rPr lang="zh-TW" altLang="en-US" b="1">
                <a:solidFill>
                  <a:schemeClr val="bg1"/>
                </a:solidFill>
                <a:latin typeface="微軟正黑體" panose="020B0604030504040204" pitchFamily="34" charset="-120"/>
              </a:rPr>
              <a:t>10-3</a:t>
            </a:r>
            <a:endParaRPr lang="zh-TW" altLang="en-US">
              <a:ea typeface="新細明體" panose="02020500000000000000" pitchFamily="18" charset="-120"/>
            </a:endParaRPr>
          </a:p>
        </p:txBody>
      </p:sp>
    </p:spTree>
  </p:cSld>
  <p:clrMapOvr>
    <a:masterClrMapping/>
  </p:clrMapOvr>
  <p:transition>
    <p:push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Title 10241">
            <a:extLst>
              <a:ext uri="{FF2B5EF4-FFF2-40B4-BE49-F238E27FC236}">
                <a16:creationId xmlns:a16="http://schemas.microsoft.com/office/drawing/2014/main" id="{4D1444C9-95D3-498C-AF94-FBAFEF54E53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err="1"/>
              <a:t>類比輸出（PWM）指令</a:t>
            </a:r>
            <a:r>
              <a:rPr lang="en-US" altLang="zh-TW" dirty="0"/>
              <a:t>(V)</a:t>
            </a:r>
            <a:endParaRPr lang="en-US" altLang="en-US" dirty="0"/>
          </a:p>
        </p:txBody>
      </p:sp>
      <p:pic>
        <p:nvPicPr>
          <p:cNvPr id="10242" name="Picture 10242" descr="mo24">
            <a:extLst>
              <a:ext uri="{FF2B5EF4-FFF2-40B4-BE49-F238E27FC236}">
                <a16:creationId xmlns:a16="http://schemas.microsoft.com/office/drawing/2014/main" id="{2FC00DDE-206E-43A7-9699-4B25F22000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30838" y="2252663"/>
            <a:ext cx="3533775" cy="60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43" name="Text Box 10243">
            <a:extLst>
              <a:ext uri="{FF2B5EF4-FFF2-40B4-BE49-F238E27FC236}">
                <a16:creationId xmlns:a16="http://schemas.microsoft.com/office/drawing/2014/main" id="{B7E479E9-ACD3-4B79-A497-4B75175711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1433513"/>
            <a:ext cx="7227887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微軟正黑體" panose="020B0604030504040204" pitchFamily="34" charset="-120"/>
              </a:rPr>
              <a:t>Arduino微電腦板預設採用1KHz和500Hz兩組不同的PWM輸出頻率：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>
                <a:latin typeface="微軟正黑體" panose="020B0604030504040204" pitchFamily="34" charset="-120"/>
              </a:rPr>
              <a:t>接腳5,6：976.5625Hz（約1kHz）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>
                <a:latin typeface="微軟正黑體" panose="020B0604030504040204" pitchFamily="34" charset="-120"/>
              </a:rPr>
              <a:t>接腳3, 11以及9, 10：490.196Hz（約500Hz）</a:t>
            </a:r>
          </a:p>
        </p:txBody>
      </p:sp>
      <p:pic>
        <p:nvPicPr>
          <p:cNvPr id="10244" name="Picture 10244" descr="mo26">
            <a:extLst>
              <a:ext uri="{FF2B5EF4-FFF2-40B4-BE49-F238E27FC236}">
                <a16:creationId xmlns:a16="http://schemas.microsoft.com/office/drawing/2014/main" id="{5DE5FD45-4FC1-4EDD-98C5-64E894EBC3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450" y="5527675"/>
            <a:ext cx="6496050" cy="1285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45" name="Oval 10245">
            <a:extLst>
              <a:ext uri="{FF2B5EF4-FFF2-40B4-BE49-F238E27FC236}">
                <a16:creationId xmlns:a16="http://schemas.microsoft.com/office/drawing/2014/main" id="{550825FA-C9F4-4FCD-86DF-4AD76FAEC6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9100" y="2659063"/>
            <a:ext cx="863600" cy="863600"/>
          </a:xfrm>
          <a:prstGeom prst="ellipse">
            <a:avLst/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10246" name="Text Box 10246">
            <a:extLst>
              <a:ext uri="{FF2B5EF4-FFF2-40B4-BE49-F238E27FC236}">
                <a16:creationId xmlns:a16="http://schemas.microsoft.com/office/drawing/2014/main" id="{20B58F6D-A236-4ED2-B1A0-FB10D69ABA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1760" y="2803525"/>
            <a:ext cx="69923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zh-TW" altLang="en-US" b="1" dirty="0">
                <a:solidFill>
                  <a:schemeClr val="bg1"/>
                </a:solidFill>
                <a:latin typeface="微軟正黑體" panose="020B0604030504040204" pitchFamily="34" charset="-120"/>
              </a:rPr>
              <a:t>參閱</a:t>
            </a:r>
          </a:p>
          <a:p>
            <a:pPr algn="ctr"/>
            <a:r>
              <a:rPr lang="zh-TW" altLang="en-US" b="1" dirty="0">
                <a:solidFill>
                  <a:schemeClr val="bg1"/>
                </a:solidFill>
                <a:latin typeface="微軟正黑體" panose="020B0604030504040204" pitchFamily="34" charset="-120"/>
              </a:rPr>
              <a:t>10-</a:t>
            </a:r>
            <a:r>
              <a:rPr lang="en-US" altLang="zh-TW" b="1" dirty="0">
                <a:solidFill>
                  <a:schemeClr val="bg1"/>
                </a:solidFill>
                <a:latin typeface="微軟正黑體" panose="020B0604030504040204" pitchFamily="34" charset="-120"/>
              </a:rPr>
              <a:t>4</a:t>
            </a:r>
            <a:endParaRPr lang="zh-TW" altLang="en-US" dirty="0">
              <a:ea typeface="新細明體" panose="02020500000000000000" pitchFamily="18" charset="-120"/>
            </a:endParaRPr>
          </a:p>
        </p:txBody>
      </p:sp>
      <p:sp>
        <p:nvSpPr>
          <p:cNvPr id="10247" name="Oval 10247">
            <a:extLst>
              <a:ext uri="{FF2B5EF4-FFF2-40B4-BE49-F238E27FC236}">
                <a16:creationId xmlns:a16="http://schemas.microsoft.com/office/drawing/2014/main" id="{9733C10C-A6C4-466D-8C7B-1D046B2696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24813" y="4764088"/>
            <a:ext cx="863600" cy="863600"/>
          </a:xfrm>
          <a:prstGeom prst="ellipse">
            <a:avLst/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10248" name="Text Box 10248">
            <a:extLst>
              <a:ext uri="{FF2B5EF4-FFF2-40B4-BE49-F238E27FC236}">
                <a16:creationId xmlns:a16="http://schemas.microsoft.com/office/drawing/2014/main" id="{32A907D3-E534-4646-86B4-AA74FA5CF9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97473" y="4908550"/>
            <a:ext cx="69923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zh-TW" altLang="en-US" b="1" dirty="0">
                <a:solidFill>
                  <a:schemeClr val="bg1"/>
                </a:solidFill>
                <a:latin typeface="微軟正黑體" panose="020B0604030504040204" pitchFamily="34" charset="-120"/>
              </a:rPr>
              <a:t>參閱</a:t>
            </a:r>
          </a:p>
          <a:p>
            <a:pPr algn="ctr"/>
            <a:r>
              <a:rPr lang="zh-TW" altLang="en-US" b="1" dirty="0">
                <a:solidFill>
                  <a:schemeClr val="bg1"/>
                </a:solidFill>
                <a:latin typeface="微軟正黑體" panose="020B0604030504040204" pitchFamily="34" charset="-120"/>
              </a:rPr>
              <a:t>10-</a:t>
            </a:r>
            <a:r>
              <a:rPr lang="en-US" altLang="zh-TW" b="1" dirty="0">
                <a:solidFill>
                  <a:schemeClr val="bg1"/>
                </a:solidFill>
                <a:latin typeface="微軟正黑體" panose="020B0604030504040204" pitchFamily="34" charset="-120"/>
              </a:rPr>
              <a:t>5</a:t>
            </a:r>
            <a:endParaRPr lang="zh-TW" altLang="en-US" dirty="0">
              <a:ea typeface="新細明體" panose="02020500000000000000" pitchFamily="18" charset="-120"/>
            </a:endParaRPr>
          </a:p>
        </p:txBody>
      </p:sp>
      <p:pic>
        <p:nvPicPr>
          <p:cNvPr id="10249" name="Picture 1" descr="mo25">
            <a:extLst>
              <a:ext uri="{FF2B5EF4-FFF2-40B4-BE49-F238E27FC236}">
                <a16:creationId xmlns:a16="http://schemas.microsoft.com/office/drawing/2014/main" id="{D2434F5E-A689-4D9F-9081-2286C9660F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5113" y="3308350"/>
            <a:ext cx="6184900" cy="1816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push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Title 11265">
            <a:extLst>
              <a:ext uri="{FF2B5EF4-FFF2-40B4-BE49-F238E27FC236}">
                <a16:creationId xmlns:a16="http://schemas.microsoft.com/office/drawing/2014/main" id="{F3814CF8-93DE-4B51-92D2-D66791BB1C2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隨機數字與燭光效果</a:t>
            </a:r>
          </a:p>
        </p:txBody>
      </p:sp>
      <p:pic>
        <p:nvPicPr>
          <p:cNvPr id="11266" name="Picture 11266" descr="mo27">
            <a:extLst>
              <a:ext uri="{FF2B5EF4-FFF2-40B4-BE49-F238E27FC236}">
                <a16:creationId xmlns:a16="http://schemas.microsoft.com/office/drawing/2014/main" id="{197DFD79-B059-47AB-AC99-8DB4DAC4CC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6399" y="1617503"/>
            <a:ext cx="5491162" cy="1446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267" name="Text Box 11268">
            <a:extLst>
              <a:ext uri="{FF2B5EF4-FFF2-40B4-BE49-F238E27FC236}">
                <a16:creationId xmlns:a16="http://schemas.microsoft.com/office/drawing/2014/main" id="{ADD9D4DF-94B3-491D-A512-DFBED1B7FC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1722182"/>
            <a:ext cx="2860675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dirty="0" err="1">
                <a:latin typeface="微軟正黑體" panose="020B0604030504040204" pitchFamily="34" charset="-120"/>
              </a:rPr>
              <a:t>隨機（random）代表讓電腦從一堆數字中，任意抽取一個數字</a:t>
            </a:r>
            <a:r>
              <a:rPr lang="en-US" altLang="en-US" dirty="0">
                <a:latin typeface="微軟正黑體" panose="020B0604030504040204" pitchFamily="34" charset="-120"/>
              </a:rPr>
              <a:t>。</a:t>
            </a:r>
          </a:p>
        </p:txBody>
      </p:sp>
      <p:sp>
        <p:nvSpPr>
          <p:cNvPr id="11268" name="Text Box 11269">
            <a:extLst>
              <a:ext uri="{FF2B5EF4-FFF2-40B4-BE49-F238E27FC236}">
                <a16:creationId xmlns:a16="http://schemas.microsoft.com/office/drawing/2014/main" id="{AEFBC561-8442-4726-A880-CCB6880253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5100638"/>
            <a:ext cx="3006725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微軟正黑體" panose="020B0604030504040204" pitchFamily="34" charset="-120"/>
              </a:rPr>
              <a:t>每次執行random()函數之前，先執行randomSeed()函數，可提高不重複的比率。</a:t>
            </a:r>
          </a:p>
        </p:txBody>
      </p:sp>
      <p:sp>
        <p:nvSpPr>
          <p:cNvPr id="11269" name="Oval 11270">
            <a:extLst>
              <a:ext uri="{FF2B5EF4-FFF2-40B4-BE49-F238E27FC236}">
                <a16:creationId xmlns:a16="http://schemas.microsoft.com/office/drawing/2014/main" id="{4C4DE065-3851-42C2-9B02-E46FB012C6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2113" y="3344863"/>
            <a:ext cx="863600" cy="863600"/>
          </a:xfrm>
          <a:prstGeom prst="ellipse">
            <a:avLst/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11270" name="Text Box 11271">
            <a:extLst>
              <a:ext uri="{FF2B5EF4-FFF2-40B4-BE49-F238E27FC236}">
                <a16:creationId xmlns:a16="http://schemas.microsoft.com/office/drawing/2014/main" id="{61415CE4-A736-4CA0-9583-ECE07350E7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3489325"/>
            <a:ext cx="692150" cy="639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zh-TW" altLang="en-US" b="1" dirty="0">
                <a:solidFill>
                  <a:schemeClr val="bg1"/>
                </a:solidFill>
                <a:latin typeface="微軟正黑體" panose="020B0604030504040204" pitchFamily="34" charset="-120"/>
              </a:rPr>
              <a:t>參閱</a:t>
            </a:r>
          </a:p>
          <a:p>
            <a:pPr algn="ctr"/>
            <a:r>
              <a:rPr lang="zh-TW" altLang="en-US" b="1" dirty="0">
                <a:solidFill>
                  <a:schemeClr val="bg1"/>
                </a:solidFill>
                <a:latin typeface="微軟正黑體" panose="020B0604030504040204" pitchFamily="34" charset="-120"/>
              </a:rPr>
              <a:t>10-7</a:t>
            </a:r>
            <a:endParaRPr lang="zh-TW" altLang="en-US" dirty="0">
              <a:ea typeface="新細明體" panose="02020500000000000000" pitchFamily="18" charset="-120"/>
            </a:endParaRPr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079D1E72-2154-AFDD-12CF-2845F3EF958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80599" y="3588402"/>
            <a:ext cx="4198928" cy="742327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圖片 2">
            <a:extLst>
              <a:ext uri="{FF2B5EF4-FFF2-40B4-BE49-F238E27FC236}">
                <a16:creationId xmlns:a16="http://schemas.microsoft.com/office/drawing/2014/main" id="{EAF023FB-6C68-EB0B-A9BD-96854F5459F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1880" y="4517390"/>
            <a:ext cx="4548505" cy="22390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push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192C3E-4895-C452-E311-573EFB7469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EB35E161-923C-70D9-4613-0177F3A33B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3571" y="2255396"/>
            <a:ext cx="5492115" cy="2186305"/>
          </a:xfrm>
          <a:prstGeom prst="rect">
            <a:avLst/>
          </a:prstGeom>
          <a:noFill/>
          <a:ln>
            <a:noFill/>
          </a:ln>
        </p:spPr>
      </p:pic>
      <p:sp>
        <p:nvSpPr>
          <p:cNvPr id="11265" name="Title 11265">
            <a:extLst>
              <a:ext uri="{FF2B5EF4-FFF2-40B4-BE49-F238E27FC236}">
                <a16:creationId xmlns:a16="http://schemas.microsoft.com/office/drawing/2014/main" id="{4D135D25-9252-84BE-09AC-A311327CD6B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UNO R4</a:t>
            </a:r>
            <a:r>
              <a:rPr lang="zh-TW" altLang="en-US" dirty="0"/>
              <a:t>開發板的</a:t>
            </a:r>
            <a:br>
              <a:rPr lang="en-US" altLang="zh-TW" dirty="0"/>
            </a:br>
            <a:r>
              <a:rPr lang="en-US" altLang="zh-TW" dirty="0"/>
              <a:t>PWM</a:t>
            </a:r>
            <a:r>
              <a:rPr lang="zh-TW" altLang="en-US" dirty="0"/>
              <a:t>訊號與解析度</a:t>
            </a:r>
            <a:endParaRPr lang="en-US" altLang="en-US" dirty="0"/>
          </a:p>
        </p:txBody>
      </p:sp>
      <p:sp>
        <p:nvSpPr>
          <p:cNvPr id="11267" name="Text Box 11268">
            <a:extLst>
              <a:ext uri="{FF2B5EF4-FFF2-40B4-BE49-F238E27FC236}">
                <a16:creationId xmlns:a16="http://schemas.microsoft.com/office/drawing/2014/main" id="{8B51AC39-982E-AFB5-31C9-8E69E15BD3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1722182"/>
            <a:ext cx="3601095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zh-TW" dirty="0">
                <a:latin typeface="微軟正黑體" panose="020B0604030504040204" pitchFamily="34" charset="-120"/>
              </a:rPr>
              <a:t>UNO R4</a:t>
            </a:r>
            <a:r>
              <a:rPr lang="zh-TW" altLang="en-US" dirty="0">
                <a:latin typeface="微軟正黑體" panose="020B0604030504040204" pitchFamily="34" charset="-120"/>
              </a:rPr>
              <a:t>使用的</a:t>
            </a:r>
            <a:r>
              <a:rPr lang="en-US" altLang="zh-TW" dirty="0">
                <a:latin typeface="微軟正黑體" panose="020B0604030504040204" pitchFamily="34" charset="-120"/>
              </a:rPr>
              <a:t>RA4M1</a:t>
            </a:r>
            <a:r>
              <a:rPr lang="zh-TW" altLang="en-US" dirty="0">
                <a:latin typeface="微軟正黑體" panose="020B0604030504040204" pitchFamily="34" charset="-120"/>
              </a:rPr>
              <a:t>微控器具有</a:t>
            </a:r>
            <a:r>
              <a:rPr lang="en-US" altLang="zh-TW" dirty="0">
                <a:latin typeface="微軟正黑體" panose="020B0604030504040204" pitchFamily="34" charset="-120"/>
              </a:rPr>
              <a:t>8</a:t>
            </a:r>
            <a:r>
              <a:rPr lang="zh-TW" altLang="en-US" dirty="0">
                <a:latin typeface="微軟正黑體" panose="020B0604030504040204" pitchFamily="34" charset="-120"/>
              </a:rPr>
              <a:t>個通用</a:t>
            </a:r>
            <a:r>
              <a:rPr lang="en-US" altLang="zh-TW" dirty="0">
                <a:latin typeface="微軟正黑體" panose="020B0604030504040204" pitchFamily="34" charset="-120"/>
              </a:rPr>
              <a:t>PWM</a:t>
            </a:r>
            <a:r>
              <a:rPr lang="zh-TW" altLang="en-US" dirty="0">
                <a:latin typeface="微軟正黑體" panose="020B0604030504040204" pitchFamily="34" charset="-120"/>
              </a:rPr>
              <a:t>計時器（</a:t>
            </a:r>
            <a:r>
              <a:rPr lang="en-US" altLang="zh-TW" dirty="0">
                <a:latin typeface="微軟正黑體" panose="020B0604030504040204" pitchFamily="34" charset="-120"/>
              </a:rPr>
              <a:t>GPT</a:t>
            </a:r>
            <a:r>
              <a:rPr lang="zh-TW" altLang="en-US" dirty="0">
                <a:latin typeface="微軟正黑體" panose="020B0604030504040204" pitchFamily="34" charset="-120"/>
              </a:rPr>
              <a:t>），可產生多達</a:t>
            </a:r>
            <a:r>
              <a:rPr lang="en-US" altLang="zh-TW" dirty="0">
                <a:latin typeface="微軟正黑體" panose="020B0604030504040204" pitchFamily="34" charset="-120"/>
              </a:rPr>
              <a:t>16</a:t>
            </a:r>
            <a:r>
              <a:rPr lang="zh-TW" altLang="en-US" dirty="0">
                <a:latin typeface="微軟正黑體" panose="020B0604030504040204" pitchFamily="34" charset="-120"/>
              </a:rPr>
              <a:t>個</a:t>
            </a:r>
            <a:r>
              <a:rPr lang="en-US" altLang="zh-TW" dirty="0">
                <a:latin typeface="微軟正黑體" panose="020B0604030504040204" pitchFamily="34" charset="-120"/>
              </a:rPr>
              <a:t>PWM</a:t>
            </a:r>
            <a:r>
              <a:rPr lang="zh-TW" altLang="en-US" dirty="0">
                <a:latin typeface="微軟正黑體" panose="020B0604030504040204" pitchFamily="34" charset="-120"/>
              </a:rPr>
              <a:t>訊號。</a:t>
            </a:r>
            <a:endParaRPr lang="en-US" altLang="en-US" dirty="0">
              <a:latin typeface="微軟正黑體" panose="020B0604030504040204" pitchFamily="34" charset="-120"/>
            </a:endParaRPr>
          </a:p>
        </p:txBody>
      </p:sp>
      <p:sp>
        <p:nvSpPr>
          <p:cNvPr id="11269" name="Oval 11270">
            <a:extLst>
              <a:ext uri="{FF2B5EF4-FFF2-40B4-BE49-F238E27FC236}">
                <a16:creationId xmlns:a16="http://schemas.microsoft.com/office/drawing/2014/main" id="{E5BB2840-5713-12C8-EA9F-0B42DFA8EE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01013" y="1340443"/>
            <a:ext cx="863600" cy="863600"/>
          </a:xfrm>
          <a:prstGeom prst="ellipse">
            <a:avLst/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11270" name="Text Box 11271">
            <a:extLst>
              <a:ext uri="{FF2B5EF4-FFF2-40B4-BE49-F238E27FC236}">
                <a16:creationId xmlns:a16="http://schemas.microsoft.com/office/drawing/2014/main" id="{77EC02E4-18D6-E54C-4FD3-75BC0647BE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73673" y="1484905"/>
            <a:ext cx="69923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zh-TW" altLang="en-US" b="1" dirty="0">
                <a:solidFill>
                  <a:schemeClr val="bg1"/>
                </a:solidFill>
                <a:latin typeface="微軟正黑體" panose="020B0604030504040204" pitchFamily="34" charset="-120"/>
              </a:rPr>
              <a:t>參閱</a:t>
            </a:r>
          </a:p>
          <a:p>
            <a:pPr algn="ctr"/>
            <a:r>
              <a:rPr lang="zh-TW" altLang="en-US" b="1" dirty="0">
                <a:solidFill>
                  <a:schemeClr val="bg1"/>
                </a:solidFill>
                <a:latin typeface="微軟正黑體" panose="020B0604030504040204" pitchFamily="34" charset="-120"/>
              </a:rPr>
              <a:t>10-</a:t>
            </a:r>
            <a:r>
              <a:rPr lang="en-US" altLang="zh-TW" b="1" dirty="0">
                <a:solidFill>
                  <a:schemeClr val="bg1"/>
                </a:solidFill>
                <a:latin typeface="微軟正黑體" panose="020B0604030504040204" pitchFamily="34" charset="-120"/>
              </a:rPr>
              <a:t>9</a:t>
            </a:r>
            <a:endParaRPr lang="zh-TW" altLang="en-US" dirty="0">
              <a:ea typeface="新細明體" panose="02020500000000000000" pitchFamily="18" charset="-120"/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67E48AD9-5EA9-A662-1F75-3DEFDF8A4DC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92407" y="5157192"/>
            <a:ext cx="3311525" cy="132588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文字方塊 6">
            <a:extLst>
              <a:ext uri="{FF2B5EF4-FFF2-40B4-BE49-F238E27FC236}">
                <a16:creationId xmlns:a16="http://schemas.microsoft.com/office/drawing/2014/main" id="{FF5B0C07-6F11-0DA6-9CBD-8E17A4255871}"/>
              </a:ext>
            </a:extLst>
          </p:cNvPr>
          <p:cNvSpPr txBox="1"/>
          <p:nvPr/>
        </p:nvSpPr>
        <p:spPr>
          <a:xfrm>
            <a:off x="155298" y="3040789"/>
            <a:ext cx="4395356" cy="36009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zh-TW" sz="1200" kern="100" dirty="0">
                <a:effectLst/>
                <a:latin typeface="Lucida Sans" panose="020B0602030504020204" pitchFamily="34" charset="0"/>
                <a:ea typeface="SimSun" panose="02010600030101010101" pitchFamily="2" charset="-122"/>
              </a:rPr>
              <a:t>#define LED_PIN 13  // LED</a:t>
            </a:r>
            <a:r>
              <a:rPr lang="zh-TW" altLang="zh-TW" sz="1200" kern="100" dirty="0">
                <a:effectLst/>
                <a:latin typeface="Lucida Sans" panose="020B0602030504020204" pitchFamily="34" charset="0"/>
                <a:ea typeface="新細明體" panose="02020500000000000000" pitchFamily="18" charset="-120"/>
              </a:rPr>
              <a:t>接腳 </a:t>
            </a:r>
            <a:endParaRPr lang="zh-TW" altLang="zh-TW" sz="1200" kern="100" dirty="0">
              <a:effectLst/>
              <a:latin typeface="Lucida Sans" panose="020B0602030504020204" pitchFamily="34" charset="0"/>
              <a:ea typeface="SimSun" panose="02010600030101010101" pitchFamily="2" charset="-122"/>
            </a:endParaRPr>
          </a:p>
          <a:p>
            <a:pPr algn="just"/>
            <a:r>
              <a:rPr lang="en-US" altLang="zh-TW" sz="1200" kern="100" dirty="0">
                <a:effectLst/>
                <a:latin typeface="Lucida Sans" panose="020B0602030504020204" pitchFamily="34" charset="0"/>
                <a:ea typeface="SimSun" panose="02010600030101010101" pitchFamily="2" charset="-122"/>
              </a:rPr>
              <a:t> </a:t>
            </a:r>
            <a:endParaRPr lang="zh-TW" altLang="zh-TW" sz="1200" kern="100" dirty="0">
              <a:effectLst/>
              <a:latin typeface="Lucida Sans" panose="020B0602030504020204" pitchFamily="34" charset="0"/>
              <a:ea typeface="SimSun" panose="02010600030101010101" pitchFamily="2" charset="-122"/>
            </a:endParaRPr>
          </a:p>
          <a:p>
            <a:pPr algn="just"/>
            <a:r>
              <a:rPr lang="en-US" altLang="zh-TW" sz="1200" kern="100" dirty="0">
                <a:effectLst/>
                <a:latin typeface="Lucida Sans" panose="020B0602030504020204" pitchFamily="34" charset="0"/>
                <a:ea typeface="SimSun" panose="02010600030101010101" pitchFamily="2" charset="-122"/>
              </a:rPr>
              <a:t>int </a:t>
            </a:r>
            <a:r>
              <a:rPr lang="en-US" altLang="zh-TW" sz="1200" kern="100" dirty="0" err="1">
                <a:effectLst/>
                <a:latin typeface="Lucida Sans" panose="020B0602030504020204" pitchFamily="34" charset="0"/>
                <a:ea typeface="SimSun" panose="02010600030101010101" pitchFamily="2" charset="-122"/>
              </a:rPr>
              <a:t>pwmVal</a:t>
            </a:r>
            <a:r>
              <a:rPr lang="en-US" altLang="zh-TW" sz="1200" kern="100" dirty="0">
                <a:effectLst/>
                <a:latin typeface="Lucida Sans" panose="020B0602030504020204" pitchFamily="34" charset="0"/>
                <a:ea typeface="SimSun" panose="02010600030101010101" pitchFamily="2" charset="-122"/>
              </a:rPr>
              <a:t> = 0;      // PWM</a:t>
            </a:r>
            <a:r>
              <a:rPr lang="zh-TW" altLang="zh-TW" sz="1200" kern="100" dirty="0">
                <a:effectLst/>
                <a:latin typeface="Lucida Sans" panose="020B0602030504020204" pitchFamily="34" charset="0"/>
                <a:ea typeface="新細明體" panose="02020500000000000000" pitchFamily="18" charset="-120"/>
              </a:rPr>
              <a:t>輸出值，預設為</a:t>
            </a:r>
            <a:r>
              <a:rPr lang="en-US" altLang="zh-TW" sz="1200" kern="100" dirty="0">
                <a:effectLst/>
                <a:latin typeface="Lucida Sans" panose="020B0602030504020204" pitchFamily="34" charset="0"/>
                <a:ea typeface="新細明體" panose="02020500000000000000" pitchFamily="18" charset="-120"/>
              </a:rPr>
              <a:t>0</a:t>
            </a:r>
            <a:r>
              <a:rPr lang="zh-TW" altLang="zh-TW" sz="1200" kern="100" dirty="0">
                <a:effectLst/>
                <a:latin typeface="Lucida Sans" panose="020B0602030504020204" pitchFamily="34" charset="0"/>
                <a:ea typeface="新細明體" panose="02020500000000000000" pitchFamily="18" charset="-120"/>
              </a:rPr>
              <a:t>。</a:t>
            </a:r>
            <a:endParaRPr lang="zh-TW" altLang="zh-TW" sz="1200" kern="100" dirty="0">
              <a:effectLst/>
              <a:latin typeface="Lucida Sans" panose="020B0602030504020204" pitchFamily="34" charset="0"/>
              <a:ea typeface="SimSun" panose="02010600030101010101" pitchFamily="2" charset="-122"/>
            </a:endParaRPr>
          </a:p>
          <a:p>
            <a:pPr algn="just"/>
            <a:r>
              <a:rPr lang="en-US" altLang="zh-TW" sz="1200" kern="100" dirty="0">
                <a:effectLst/>
                <a:latin typeface="Lucida Sans" panose="020B0602030504020204" pitchFamily="34" charset="0"/>
                <a:ea typeface="SimSun" panose="02010600030101010101" pitchFamily="2" charset="-122"/>
              </a:rPr>
              <a:t>int </a:t>
            </a:r>
            <a:r>
              <a:rPr lang="en-US" altLang="zh-TW" sz="1200" kern="100" dirty="0" err="1">
                <a:effectLst/>
                <a:latin typeface="Lucida Sans" panose="020B0602030504020204" pitchFamily="34" charset="0"/>
                <a:ea typeface="SimSun" panose="02010600030101010101" pitchFamily="2" charset="-122"/>
              </a:rPr>
              <a:t>pwmAmount</a:t>
            </a:r>
            <a:r>
              <a:rPr lang="en-US" altLang="zh-TW" sz="1200" kern="100" dirty="0">
                <a:effectLst/>
                <a:latin typeface="Lucida Sans" panose="020B0602030504020204" pitchFamily="34" charset="0"/>
                <a:ea typeface="SimSun" panose="02010600030101010101" pitchFamily="2" charset="-122"/>
              </a:rPr>
              <a:t> = 5;   // PWM</a:t>
            </a:r>
            <a:r>
              <a:rPr lang="zh-TW" altLang="zh-TW" sz="1200" kern="100" dirty="0">
                <a:effectLst/>
                <a:latin typeface="Lucida Sans" panose="020B0602030504020204" pitchFamily="34" charset="0"/>
                <a:ea typeface="新細明體" panose="02020500000000000000" pitchFamily="18" charset="-120"/>
              </a:rPr>
              <a:t>增加值</a:t>
            </a:r>
            <a:endParaRPr lang="zh-TW" altLang="zh-TW" sz="1200" kern="100" dirty="0">
              <a:effectLst/>
              <a:latin typeface="Lucida Sans" panose="020B0602030504020204" pitchFamily="34" charset="0"/>
              <a:ea typeface="SimSun" panose="02010600030101010101" pitchFamily="2" charset="-122"/>
            </a:endParaRPr>
          </a:p>
          <a:p>
            <a:pPr algn="just"/>
            <a:r>
              <a:rPr lang="en-US" altLang="zh-TW" sz="1200" kern="100" dirty="0">
                <a:effectLst/>
                <a:latin typeface="Lucida Sans" panose="020B0602030504020204" pitchFamily="34" charset="0"/>
                <a:ea typeface="SimSun" panose="02010600030101010101" pitchFamily="2" charset="-122"/>
              </a:rPr>
              <a:t> </a:t>
            </a:r>
            <a:endParaRPr lang="zh-TW" altLang="zh-TW" sz="1200" kern="100" dirty="0">
              <a:effectLst/>
              <a:latin typeface="Lucida Sans" panose="020B0602030504020204" pitchFamily="34" charset="0"/>
              <a:ea typeface="SimSun" panose="02010600030101010101" pitchFamily="2" charset="-122"/>
            </a:endParaRPr>
          </a:p>
          <a:p>
            <a:pPr algn="just"/>
            <a:r>
              <a:rPr lang="en-US" altLang="zh-TW" sz="1200" kern="100" dirty="0">
                <a:effectLst/>
                <a:latin typeface="Lucida Sans" panose="020B0602030504020204" pitchFamily="34" charset="0"/>
                <a:ea typeface="SimSun" panose="02010600030101010101" pitchFamily="2" charset="-122"/>
              </a:rPr>
              <a:t>void setup() {</a:t>
            </a:r>
            <a:endParaRPr lang="zh-TW" altLang="zh-TW" sz="1200" kern="100" dirty="0">
              <a:effectLst/>
              <a:latin typeface="Lucida Sans" panose="020B0602030504020204" pitchFamily="34" charset="0"/>
              <a:ea typeface="SimSun" panose="02010600030101010101" pitchFamily="2" charset="-122"/>
            </a:endParaRPr>
          </a:p>
          <a:p>
            <a:pPr algn="just"/>
            <a:r>
              <a:rPr lang="en-US" altLang="zh-TW" sz="1200" kern="100" dirty="0">
                <a:effectLst/>
                <a:latin typeface="Lucida Sans" panose="020B0602030504020204" pitchFamily="34" charset="0"/>
                <a:ea typeface="SimSun" panose="02010600030101010101" pitchFamily="2" charset="-122"/>
              </a:rPr>
              <a:t>  </a:t>
            </a:r>
            <a:r>
              <a:rPr lang="en-US" altLang="zh-TW" sz="1200" kern="100" dirty="0" err="1">
                <a:effectLst/>
                <a:latin typeface="Lucida Sans" panose="020B0602030504020204" pitchFamily="34" charset="0"/>
                <a:ea typeface="SimSun" panose="02010600030101010101" pitchFamily="2" charset="-122"/>
              </a:rPr>
              <a:t>pinMode</a:t>
            </a:r>
            <a:r>
              <a:rPr lang="en-US" altLang="zh-TW" sz="1200" kern="100" dirty="0">
                <a:effectLst/>
                <a:latin typeface="Lucida Sans" panose="020B0602030504020204" pitchFamily="34" charset="0"/>
                <a:ea typeface="SimSun" panose="02010600030101010101" pitchFamily="2" charset="-122"/>
              </a:rPr>
              <a:t>(LED_PIN, OUTPUT);</a:t>
            </a:r>
            <a:endParaRPr lang="zh-TW" altLang="zh-TW" sz="1200" kern="100" dirty="0">
              <a:effectLst/>
              <a:latin typeface="Lucida Sans" panose="020B0602030504020204" pitchFamily="34" charset="0"/>
              <a:ea typeface="SimSun" panose="02010600030101010101" pitchFamily="2" charset="-122"/>
            </a:endParaRPr>
          </a:p>
          <a:p>
            <a:pPr algn="just"/>
            <a:r>
              <a:rPr lang="en-US" altLang="zh-TW" sz="1200" kern="100" dirty="0">
                <a:effectLst/>
                <a:latin typeface="Lucida Sans" panose="020B0602030504020204" pitchFamily="34" charset="0"/>
                <a:ea typeface="SimSun" panose="02010600030101010101" pitchFamily="2" charset="-122"/>
              </a:rPr>
              <a:t>}</a:t>
            </a:r>
            <a:endParaRPr lang="zh-TW" altLang="zh-TW" sz="1200" kern="100" dirty="0">
              <a:effectLst/>
              <a:latin typeface="Lucida Sans" panose="020B0602030504020204" pitchFamily="34" charset="0"/>
              <a:ea typeface="SimSun" panose="02010600030101010101" pitchFamily="2" charset="-122"/>
            </a:endParaRPr>
          </a:p>
          <a:p>
            <a:pPr algn="just"/>
            <a:r>
              <a:rPr lang="en-US" altLang="zh-TW" sz="1200" kern="100" dirty="0">
                <a:effectLst/>
                <a:latin typeface="Lucida Sans" panose="020B0602030504020204" pitchFamily="34" charset="0"/>
                <a:ea typeface="SimSun" panose="02010600030101010101" pitchFamily="2" charset="-122"/>
              </a:rPr>
              <a:t> </a:t>
            </a:r>
            <a:endParaRPr lang="zh-TW" altLang="zh-TW" sz="1200" kern="100" dirty="0">
              <a:effectLst/>
              <a:latin typeface="Lucida Sans" panose="020B0602030504020204" pitchFamily="34" charset="0"/>
              <a:ea typeface="SimSun" panose="02010600030101010101" pitchFamily="2" charset="-122"/>
            </a:endParaRPr>
          </a:p>
          <a:p>
            <a:pPr algn="just"/>
            <a:r>
              <a:rPr lang="en-US" altLang="zh-TW" sz="1200" kern="100" dirty="0">
                <a:effectLst/>
                <a:latin typeface="Lucida Sans" panose="020B0602030504020204" pitchFamily="34" charset="0"/>
                <a:ea typeface="SimSun" panose="02010600030101010101" pitchFamily="2" charset="-122"/>
              </a:rPr>
              <a:t>void loop() {</a:t>
            </a:r>
            <a:endParaRPr lang="zh-TW" altLang="zh-TW" sz="1200" kern="100" dirty="0">
              <a:effectLst/>
              <a:latin typeface="Lucida Sans" panose="020B0602030504020204" pitchFamily="34" charset="0"/>
              <a:ea typeface="SimSun" panose="02010600030101010101" pitchFamily="2" charset="-122"/>
            </a:endParaRPr>
          </a:p>
          <a:p>
            <a:pPr algn="just"/>
            <a:r>
              <a:rPr lang="en-US" altLang="zh-TW" sz="1200" kern="100" dirty="0">
                <a:effectLst/>
                <a:latin typeface="Lucida Sans" panose="020B0602030504020204" pitchFamily="34" charset="0"/>
                <a:ea typeface="SimSun" panose="02010600030101010101" pitchFamily="2" charset="-122"/>
              </a:rPr>
              <a:t>  </a:t>
            </a:r>
            <a:r>
              <a:rPr lang="en-US" altLang="zh-TW" sz="1200" kern="100" dirty="0" err="1">
                <a:effectLst/>
                <a:latin typeface="Lucida Sans" panose="020B0602030504020204" pitchFamily="34" charset="0"/>
                <a:ea typeface="SimSun" panose="02010600030101010101" pitchFamily="2" charset="-122"/>
              </a:rPr>
              <a:t>analogWrite</a:t>
            </a:r>
            <a:r>
              <a:rPr lang="en-US" altLang="zh-TW" sz="1200" kern="100" dirty="0">
                <a:effectLst/>
                <a:latin typeface="Lucida Sans" panose="020B0602030504020204" pitchFamily="34" charset="0"/>
                <a:ea typeface="SimSun" panose="02010600030101010101" pitchFamily="2" charset="-122"/>
              </a:rPr>
              <a:t>(LED_PIN, </a:t>
            </a:r>
            <a:r>
              <a:rPr lang="en-US" altLang="zh-TW" sz="1200" kern="100" dirty="0" err="1">
                <a:effectLst/>
                <a:latin typeface="Lucida Sans" panose="020B0602030504020204" pitchFamily="34" charset="0"/>
                <a:ea typeface="SimSun" panose="02010600030101010101" pitchFamily="2" charset="-122"/>
              </a:rPr>
              <a:t>pwmVal</a:t>
            </a:r>
            <a:r>
              <a:rPr lang="en-US" altLang="zh-TW" sz="1200" kern="100" dirty="0">
                <a:effectLst/>
                <a:latin typeface="Lucida Sans" panose="020B0602030504020204" pitchFamily="34" charset="0"/>
                <a:ea typeface="SimSun" panose="02010600030101010101" pitchFamily="2" charset="-122"/>
              </a:rPr>
              <a:t>);  // </a:t>
            </a:r>
            <a:r>
              <a:rPr lang="zh-TW" altLang="zh-TW" sz="1200" kern="100" dirty="0">
                <a:effectLst/>
                <a:latin typeface="Lucida Sans" panose="020B0602030504020204" pitchFamily="34" charset="0"/>
                <a:ea typeface="新細明體" panose="02020500000000000000" pitchFamily="18" charset="-120"/>
              </a:rPr>
              <a:t>於指定腳輸出</a:t>
            </a:r>
            <a:r>
              <a:rPr lang="en-US" altLang="zh-TW" sz="1200" kern="100" dirty="0">
                <a:effectLst/>
                <a:latin typeface="Lucida Sans" panose="020B0602030504020204" pitchFamily="34" charset="0"/>
                <a:ea typeface="新細明體" panose="02020500000000000000" pitchFamily="18" charset="-120"/>
              </a:rPr>
              <a:t>PWM</a:t>
            </a:r>
            <a:endParaRPr lang="zh-TW" altLang="zh-TW" sz="1200" kern="100" dirty="0">
              <a:effectLst/>
              <a:latin typeface="Lucida Sans" panose="020B0602030504020204" pitchFamily="34" charset="0"/>
              <a:ea typeface="SimSun" panose="02010600030101010101" pitchFamily="2" charset="-122"/>
            </a:endParaRPr>
          </a:p>
          <a:p>
            <a:pPr algn="just"/>
            <a:r>
              <a:rPr lang="en-US" altLang="zh-TW" sz="1200" kern="100" dirty="0">
                <a:effectLst/>
                <a:latin typeface="Lucida Sans" panose="020B0602030504020204" pitchFamily="34" charset="0"/>
                <a:ea typeface="SimSun" panose="02010600030101010101" pitchFamily="2" charset="-122"/>
              </a:rPr>
              <a:t>  </a:t>
            </a:r>
            <a:r>
              <a:rPr lang="en-US" altLang="zh-TW" sz="1200" kern="100" dirty="0" err="1">
                <a:effectLst/>
                <a:latin typeface="Lucida Sans" panose="020B0602030504020204" pitchFamily="34" charset="0"/>
                <a:ea typeface="SimSun" panose="02010600030101010101" pitchFamily="2" charset="-122"/>
              </a:rPr>
              <a:t>pwmVal</a:t>
            </a:r>
            <a:r>
              <a:rPr lang="en-US" altLang="zh-TW" sz="1200" kern="100" dirty="0">
                <a:effectLst/>
                <a:latin typeface="Lucida Sans" panose="020B0602030504020204" pitchFamily="34" charset="0"/>
                <a:ea typeface="SimSun" panose="02010600030101010101" pitchFamily="2" charset="-122"/>
              </a:rPr>
              <a:t> = </a:t>
            </a:r>
            <a:r>
              <a:rPr lang="en-US" altLang="zh-TW" sz="1200" kern="100" dirty="0" err="1">
                <a:effectLst/>
                <a:latin typeface="Lucida Sans" panose="020B0602030504020204" pitchFamily="34" charset="0"/>
                <a:ea typeface="SimSun" panose="02010600030101010101" pitchFamily="2" charset="-122"/>
              </a:rPr>
              <a:t>pwmVal</a:t>
            </a:r>
            <a:r>
              <a:rPr lang="en-US" altLang="zh-TW" sz="1200" kern="100" dirty="0">
                <a:effectLst/>
                <a:latin typeface="Lucida Sans" panose="020B0602030504020204" pitchFamily="34" charset="0"/>
                <a:ea typeface="SimSun" panose="02010600030101010101" pitchFamily="2" charset="-122"/>
              </a:rPr>
              <a:t> + </a:t>
            </a:r>
            <a:r>
              <a:rPr lang="en-US" altLang="zh-TW" sz="1200" kern="100" dirty="0" err="1">
                <a:effectLst/>
                <a:latin typeface="Lucida Sans" panose="020B0602030504020204" pitchFamily="34" charset="0"/>
                <a:ea typeface="SimSun" panose="02010600030101010101" pitchFamily="2" charset="-122"/>
              </a:rPr>
              <a:t>pwmAmount</a:t>
            </a:r>
            <a:r>
              <a:rPr lang="en-US" altLang="zh-TW" sz="1200" kern="100" dirty="0">
                <a:effectLst/>
                <a:latin typeface="Lucida Sans" panose="020B0602030504020204" pitchFamily="34" charset="0"/>
                <a:ea typeface="SimSun" panose="02010600030101010101" pitchFamily="2" charset="-122"/>
              </a:rPr>
              <a:t>;</a:t>
            </a:r>
            <a:endParaRPr lang="zh-TW" altLang="zh-TW" sz="1200" kern="100" dirty="0">
              <a:effectLst/>
              <a:latin typeface="Lucida Sans" panose="020B0602030504020204" pitchFamily="34" charset="0"/>
              <a:ea typeface="SimSun" panose="02010600030101010101" pitchFamily="2" charset="-122"/>
            </a:endParaRPr>
          </a:p>
          <a:p>
            <a:pPr algn="just"/>
            <a:r>
              <a:rPr lang="en-US" altLang="zh-TW" sz="1200" kern="100" dirty="0">
                <a:effectLst/>
                <a:latin typeface="Lucida Sans" panose="020B0602030504020204" pitchFamily="34" charset="0"/>
                <a:ea typeface="SimSun" panose="02010600030101010101" pitchFamily="2" charset="-122"/>
              </a:rPr>
              <a:t> </a:t>
            </a:r>
            <a:endParaRPr lang="zh-TW" altLang="zh-TW" sz="1200" kern="100" dirty="0">
              <a:effectLst/>
              <a:latin typeface="Lucida Sans" panose="020B0602030504020204" pitchFamily="34" charset="0"/>
              <a:ea typeface="SimSun" panose="02010600030101010101" pitchFamily="2" charset="-122"/>
            </a:endParaRPr>
          </a:p>
          <a:p>
            <a:pPr algn="just"/>
            <a:r>
              <a:rPr lang="en-US" altLang="zh-TW" sz="1200" kern="100" dirty="0">
                <a:effectLst/>
                <a:latin typeface="Lucida Sans" panose="020B0602030504020204" pitchFamily="34" charset="0"/>
                <a:ea typeface="SimSun" panose="02010600030101010101" pitchFamily="2" charset="-122"/>
              </a:rPr>
              <a:t>  if (</a:t>
            </a:r>
            <a:r>
              <a:rPr lang="en-US" altLang="zh-TW" sz="1200" kern="100" dirty="0" err="1">
                <a:effectLst/>
                <a:latin typeface="Lucida Sans" panose="020B0602030504020204" pitchFamily="34" charset="0"/>
                <a:ea typeface="SimSun" panose="02010600030101010101" pitchFamily="2" charset="-122"/>
              </a:rPr>
              <a:t>pwmVal</a:t>
            </a:r>
            <a:r>
              <a:rPr lang="en-US" altLang="zh-TW" sz="1200" kern="100" dirty="0">
                <a:effectLst/>
                <a:latin typeface="Lucida Sans" panose="020B0602030504020204" pitchFamily="34" charset="0"/>
                <a:ea typeface="SimSun" panose="02010600030101010101" pitchFamily="2" charset="-122"/>
              </a:rPr>
              <a:t> &lt;= 0 || </a:t>
            </a:r>
            <a:r>
              <a:rPr lang="en-US" altLang="zh-TW" sz="1200" kern="100" dirty="0" err="1">
                <a:effectLst/>
                <a:latin typeface="Lucida Sans" panose="020B0602030504020204" pitchFamily="34" charset="0"/>
                <a:ea typeface="SimSun" panose="02010600030101010101" pitchFamily="2" charset="-122"/>
              </a:rPr>
              <a:t>pwmVal</a:t>
            </a:r>
            <a:r>
              <a:rPr lang="en-US" altLang="zh-TW" sz="1200" kern="100" dirty="0">
                <a:effectLst/>
                <a:latin typeface="Lucida Sans" panose="020B0602030504020204" pitchFamily="34" charset="0"/>
                <a:ea typeface="SimSun" panose="02010600030101010101" pitchFamily="2" charset="-122"/>
              </a:rPr>
              <a:t> =&gt; 255) {</a:t>
            </a:r>
          </a:p>
          <a:p>
            <a:pPr algn="just"/>
            <a:r>
              <a:rPr lang="en-US" altLang="zh-TW" sz="1200" kern="100" dirty="0">
                <a:latin typeface="Lucida Sans" panose="020B0602030504020204" pitchFamily="34" charset="0"/>
                <a:ea typeface="SimSun" panose="02010600030101010101" pitchFamily="2" charset="-122"/>
              </a:rPr>
              <a:t>    </a:t>
            </a:r>
            <a:r>
              <a:rPr lang="en-US" altLang="zh-TW" sz="1200" kern="100" dirty="0" err="1">
                <a:effectLst/>
                <a:latin typeface="Lucida Sans" panose="020B0602030504020204" pitchFamily="34" charset="0"/>
                <a:ea typeface="SimSun" panose="02010600030101010101" pitchFamily="2" charset="-122"/>
              </a:rPr>
              <a:t>pwmAmount</a:t>
            </a:r>
            <a:r>
              <a:rPr lang="en-US" altLang="zh-TW" sz="1200" kern="100" dirty="0">
                <a:effectLst/>
                <a:latin typeface="Lucida Sans" panose="020B0602030504020204" pitchFamily="34" charset="0"/>
                <a:ea typeface="SimSun" panose="02010600030101010101" pitchFamily="2" charset="-122"/>
              </a:rPr>
              <a:t> = - </a:t>
            </a:r>
            <a:r>
              <a:rPr lang="en-US" altLang="zh-TW" sz="1200" kern="100" dirty="0" err="1">
                <a:effectLst/>
                <a:latin typeface="Lucida Sans" panose="020B0602030504020204" pitchFamily="34" charset="0"/>
                <a:ea typeface="SimSun" panose="02010600030101010101" pitchFamily="2" charset="-122"/>
              </a:rPr>
              <a:t>pwmAmount</a:t>
            </a:r>
            <a:r>
              <a:rPr lang="en-US" altLang="zh-TW" sz="1200" kern="100" dirty="0">
                <a:effectLst/>
                <a:latin typeface="Lucida Sans" panose="020B0602030504020204" pitchFamily="34" charset="0"/>
                <a:ea typeface="SimSun" panose="02010600030101010101" pitchFamily="2" charset="-122"/>
              </a:rPr>
              <a:t>;    // </a:t>
            </a:r>
            <a:r>
              <a:rPr lang="zh-TW" altLang="zh-TW" sz="1200" kern="100" dirty="0">
                <a:effectLst/>
                <a:latin typeface="Lucida Sans" panose="020B0602030504020204" pitchFamily="34" charset="0"/>
                <a:ea typeface="新細明體" panose="02020500000000000000" pitchFamily="18" charset="-120"/>
              </a:rPr>
              <a:t>正、負反轉累增值</a:t>
            </a:r>
            <a:endParaRPr lang="zh-TW" altLang="zh-TW" sz="1200" kern="100" dirty="0">
              <a:effectLst/>
              <a:latin typeface="Lucida Sans" panose="020B0602030504020204" pitchFamily="34" charset="0"/>
              <a:ea typeface="SimSun" panose="02010600030101010101" pitchFamily="2" charset="-122"/>
            </a:endParaRPr>
          </a:p>
          <a:p>
            <a:pPr algn="just"/>
            <a:r>
              <a:rPr lang="en-US" altLang="zh-TW" sz="1200" kern="100" dirty="0">
                <a:effectLst/>
                <a:latin typeface="Lucida Sans" panose="020B0602030504020204" pitchFamily="34" charset="0"/>
                <a:ea typeface="SimSun" panose="02010600030101010101" pitchFamily="2" charset="-122"/>
              </a:rPr>
              <a:t>  }</a:t>
            </a:r>
            <a:endParaRPr lang="zh-TW" altLang="zh-TW" sz="1200" kern="100" dirty="0">
              <a:effectLst/>
              <a:latin typeface="Lucida Sans" panose="020B0602030504020204" pitchFamily="34" charset="0"/>
              <a:ea typeface="SimSun" panose="02010600030101010101" pitchFamily="2" charset="-122"/>
            </a:endParaRPr>
          </a:p>
          <a:p>
            <a:pPr algn="just"/>
            <a:r>
              <a:rPr lang="en-US" altLang="zh-TW" sz="1200" kern="100" dirty="0">
                <a:effectLst/>
                <a:latin typeface="Lucida Sans" panose="020B0602030504020204" pitchFamily="34" charset="0"/>
                <a:ea typeface="SimSun" panose="02010600030101010101" pitchFamily="2" charset="-122"/>
              </a:rPr>
              <a:t>  </a:t>
            </a:r>
            <a:endParaRPr lang="zh-TW" altLang="zh-TW" sz="1200" kern="100" dirty="0">
              <a:effectLst/>
              <a:latin typeface="Lucida Sans" panose="020B0602030504020204" pitchFamily="34" charset="0"/>
              <a:ea typeface="SimSun" panose="02010600030101010101" pitchFamily="2" charset="-122"/>
            </a:endParaRPr>
          </a:p>
          <a:p>
            <a:pPr algn="just"/>
            <a:r>
              <a:rPr lang="en-US" altLang="zh-TW" sz="1200" kern="100" dirty="0">
                <a:effectLst/>
                <a:latin typeface="Lucida Sans" panose="020B0602030504020204" pitchFamily="34" charset="0"/>
                <a:ea typeface="SimSun" panose="02010600030101010101" pitchFamily="2" charset="-122"/>
              </a:rPr>
              <a:t>  delay(50);</a:t>
            </a:r>
            <a:endParaRPr lang="zh-TW" altLang="zh-TW" sz="1200" kern="100" dirty="0">
              <a:effectLst/>
              <a:latin typeface="Lucida Sans" panose="020B0602030504020204" pitchFamily="34" charset="0"/>
              <a:ea typeface="SimSun" panose="02010600030101010101" pitchFamily="2" charset="-122"/>
            </a:endParaRPr>
          </a:p>
          <a:p>
            <a:pPr algn="just"/>
            <a:r>
              <a:rPr lang="en-US" altLang="zh-TW" sz="1200" kern="100" dirty="0">
                <a:effectLst/>
                <a:latin typeface="Lucida Sans" panose="020B0602030504020204" pitchFamily="34" charset="0"/>
                <a:ea typeface="SimSun" panose="02010600030101010101" pitchFamily="2" charset="-122"/>
              </a:rPr>
              <a:t>}</a:t>
            </a:r>
            <a:endParaRPr lang="zh-TW" altLang="zh-TW" sz="1200" kern="100" dirty="0">
              <a:effectLst/>
              <a:latin typeface="Lucida Sans" panose="020B0602030504020204" pitchFamily="34" charset="0"/>
              <a:ea typeface="SimSu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77835900"/>
      </p:ext>
    </p:extLst>
  </p:cSld>
  <p:clrMapOvr>
    <a:masterClrMapping/>
  </p:clrMapOvr>
  <p:transition>
    <p:push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0530FF9-6A19-496F-9E38-0EE4756829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parseInt</a:t>
            </a:r>
            <a:r>
              <a:rPr lang="en-US" altLang="zh-TW" dirty="0"/>
              <a:t>()</a:t>
            </a:r>
            <a:r>
              <a:rPr lang="zh-TW" altLang="zh-TW" dirty="0"/>
              <a:t>函式的參數說明</a:t>
            </a:r>
            <a:endParaRPr lang="zh-TW" alt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16478DE-A7E5-47BB-BF96-897D9B07282E}"/>
              </a:ext>
            </a:extLst>
          </p:cNvPr>
          <p:cNvSpPr/>
          <p:nvPr/>
        </p:nvSpPr>
        <p:spPr>
          <a:xfrm>
            <a:off x="251520" y="1703670"/>
            <a:ext cx="2880320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zh-TW" sz="1400" dirty="0"/>
              <a:t>。</a:t>
            </a:r>
            <a:r>
              <a:rPr lang="en-US" altLang="zh-TW" sz="1400" dirty="0" err="1"/>
              <a:t>parseInt</a:t>
            </a:r>
            <a:r>
              <a:rPr lang="en-US" altLang="zh-TW" sz="1400" dirty="0"/>
              <a:t>()</a:t>
            </a:r>
            <a:r>
              <a:rPr lang="zh-TW" altLang="en-US" sz="1400" dirty="0"/>
              <a:t>方法會在解析序列緩衝區的全部內容後，等待</a:t>
            </a:r>
            <a:r>
              <a:rPr lang="en-US" altLang="zh-TW" sz="1400" dirty="0"/>
              <a:t>1</a:t>
            </a:r>
            <a:r>
              <a:rPr lang="zh-TW" altLang="en-US" sz="1400" dirty="0"/>
              <a:t>秒，確認沒有新進資料才結束並傳回</a:t>
            </a:r>
            <a:r>
              <a:rPr lang="en-US" altLang="zh-TW" sz="1400" dirty="0"/>
              <a:t>0</a:t>
            </a:r>
            <a:r>
              <a:rPr lang="zh-TW" altLang="en-US" sz="1400" dirty="0"/>
              <a:t>。</a:t>
            </a:r>
          </a:p>
        </p:txBody>
      </p:sp>
      <p:sp>
        <p:nvSpPr>
          <p:cNvPr id="8" name="Oval 12293">
            <a:extLst>
              <a:ext uri="{FF2B5EF4-FFF2-40B4-BE49-F238E27FC236}">
                <a16:creationId xmlns:a16="http://schemas.microsoft.com/office/drawing/2014/main" id="{DA6499B9-06F6-4F1D-B0AD-B16092B4C9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9100" y="4149725"/>
            <a:ext cx="863600" cy="863600"/>
          </a:xfrm>
          <a:prstGeom prst="ellipse">
            <a:avLst/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9" name="Text Box 12294">
            <a:extLst>
              <a:ext uri="{FF2B5EF4-FFF2-40B4-BE49-F238E27FC236}">
                <a16:creationId xmlns:a16="http://schemas.microsoft.com/office/drawing/2014/main" id="{59D5B2EE-77CF-4801-A9B2-FC58E92D9E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2831" y="4294188"/>
            <a:ext cx="837089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zh-TW" altLang="en-US" b="1" dirty="0">
                <a:solidFill>
                  <a:schemeClr val="bg1"/>
                </a:solidFill>
                <a:latin typeface="微軟正黑體" panose="020B0604030504040204" pitchFamily="34" charset="-120"/>
              </a:rPr>
              <a:t>參閱</a:t>
            </a:r>
          </a:p>
          <a:p>
            <a:pPr algn="ctr"/>
            <a:r>
              <a:rPr lang="zh-TW" altLang="en-US" b="1" dirty="0">
                <a:solidFill>
                  <a:schemeClr val="bg1"/>
                </a:solidFill>
                <a:latin typeface="微軟正黑體" panose="020B0604030504040204" pitchFamily="34" charset="-120"/>
              </a:rPr>
              <a:t>10-</a:t>
            </a:r>
            <a:r>
              <a:rPr lang="en-US" altLang="zh-TW" b="1" dirty="0">
                <a:solidFill>
                  <a:schemeClr val="bg1"/>
                </a:solidFill>
                <a:latin typeface="微軟正黑體" panose="020B0604030504040204" pitchFamily="34" charset="-120"/>
              </a:rPr>
              <a:t>11</a:t>
            </a:r>
            <a:endParaRPr lang="zh-TW" altLang="en-US" dirty="0">
              <a:ea typeface="新細明體" panose="02020500000000000000" pitchFamily="18" charset="-120"/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51D345C7-83DC-F00C-9737-3E160F9488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63888" y="1477084"/>
            <a:ext cx="5269230" cy="17640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90504A26-643A-265A-0C6E-5FD515C559A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55670" y="3861048"/>
            <a:ext cx="5269230" cy="124841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861DD7A1-380F-B9A2-1BC1-3F512BFBD21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37573" y="5589240"/>
            <a:ext cx="5269230" cy="107251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55146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873BF17-A137-43D8-909A-CCF803F582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每次讀取一行序列資料值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8B49D10-6522-4DE3-911C-002ACCB2874E}"/>
              </a:ext>
            </a:extLst>
          </p:cNvPr>
          <p:cNvSpPr/>
          <p:nvPr/>
        </p:nvSpPr>
        <p:spPr>
          <a:xfrm>
            <a:off x="899592" y="1674386"/>
            <a:ext cx="495029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zh-TW" sz="1400" dirty="0"/>
              <a:t>為了讓接收端確認已經收到完整的數字（或其他資料），我們通常會在傳送資料的結尾加上</a:t>
            </a:r>
            <a:r>
              <a:rPr lang="en-US" altLang="zh-TW" sz="1400" dirty="0"/>
              <a:t>"\n"</a:t>
            </a:r>
            <a:r>
              <a:rPr lang="zh-TW" altLang="zh-TW" sz="1400" dirty="0"/>
              <a:t>（新行）字元。</a:t>
            </a:r>
            <a:endParaRPr lang="zh-TW" altLang="en-US" sz="1400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143B59D-87FD-4EF5-8281-248CA65DFA9B}"/>
              </a:ext>
            </a:extLst>
          </p:cNvPr>
          <p:cNvSpPr/>
          <p:nvPr/>
        </p:nvSpPr>
        <p:spPr>
          <a:xfrm>
            <a:off x="2201060" y="2492896"/>
            <a:ext cx="4572000" cy="1292662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>
              <a:spcAft>
                <a:spcPts val="0"/>
              </a:spcAft>
            </a:pPr>
            <a:r>
              <a:rPr lang="en-US" altLang="zh-TW" sz="1300" kern="100" dirty="0">
                <a:latin typeface="Courier New" panose="02070309020205020404" pitchFamily="49" charset="0"/>
                <a:ea typeface="SimSun" panose="02010600030101010101" pitchFamily="2" charset="-122"/>
                <a:cs typeface="Courier New" panose="02070309020205020404" pitchFamily="49" charset="0"/>
              </a:rPr>
              <a:t>#define LED_PIN 11</a:t>
            </a:r>
            <a:endParaRPr lang="zh-TW" altLang="zh-TW" sz="1300" kern="100" dirty="0">
              <a:latin typeface="Courier New" panose="02070309020205020404" pitchFamily="49" charset="0"/>
              <a:ea typeface="SimSun" panose="02010600030101010101" pitchFamily="2" charset="-122"/>
              <a:cs typeface="Courier New" panose="02070309020205020404" pitchFamily="49" charset="0"/>
            </a:endParaRPr>
          </a:p>
          <a:p>
            <a:pPr algn="just">
              <a:spcAft>
                <a:spcPts val="0"/>
              </a:spcAft>
            </a:pPr>
            <a:r>
              <a:rPr lang="en-US" altLang="zh-TW" sz="1300" kern="100" dirty="0">
                <a:latin typeface="Courier New" panose="02070309020205020404" pitchFamily="49" charset="0"/>
                <a:ea typeface="SimSun" panose="02010600030101010101" pitchFamily="2" charset="-122"/>
                <a:cs typeface="Courier New" panose="02070309020205020404" pitchFamily="49" charset="0"/>
              </a:rPr>
              <a:t> </a:t>
            </a:r>
            <a:endParaRPr lang="zh-TW" altLang="zh-TW" sz="1300" kern="100" dirty="0">
              <a:latin typeface="Courier New" panose="02070309020205020404" pitchFamily="49" charset="0"/>
              <a:ea typeface="SimSun" panose="02010600030101010101" pitchFamily="2" charset="-122"/>
              <a:cs typeface="Courier New" panose="02070309020205020404" pitchFamily="49" charset="0"/>
            </a:endParaRPr>
          </a:p>
          <a:p>
            <a:pPr algn="just">
              <a:spcAft>
                <a:spcPts val="0"/>
              </a:spcAft>
            </a:pPr>
            <a:r>
              <a:rPr lang="en-US" altLang="zh-TW" sz="1300" kern="100" dirty="0">
                <a:latin typeface="Courier New" panose="02070309020205020404" pitchFamily="49" charset="0"/>
                <a:ea typeface="SimSun" panose="02010600030101010101" pitchFamily="2" charset="-122"/>
                <a:cs typeface="Courier New" panose="02070309020205020404" pitchFamily="49" charset="0"/>
              </a:rPr>
              <a:t>void setup() {</a:t>
            </a:r>
            <a:endParaRPr lang="zh-TW" altLang="zh-TW" sz="1300" kern="100" dirty="0">
              <a:latin typeface="Courier New" panose="02070309020205020404" pitchFamily="49" charset="0"/>
              <a:ea typeface="SimSun" panose="02010600030101010101" pitchFamily="2" charset="-122"/>
              <a:cs typeface="Courier New" panose="02070309020205020404" pitchFamily="49" charset="0"/>
            </a:endParaRPr>
          </a:p>
          <a:p>
            <a:pPr algn="just">
              <a:spcAft>
                <a:spcPts val="0"/>
              </a:spcAft>
            </a:pPr>
            <a:r>
              <a:rPr lang="en-US" altLang="zh-TW" sz="1300" kern="100" dirty="0">
                <a:latin typeface="Courier New" panose="02070309020205020404" pitchFamily="49" charset="0"/>
                <a:ea typeface="SimSun" panose="02010600030101010101" pitchFamily="2" charset="-122"/>
                <a:cs typeface="Courier New" panose="02070309020205020404" pitchFamily="49" charset="0"/>
              </a:rPr>
              <a:t>  </a:t>
            </a:r>
            <a:r>
              <a:rPr lang="en-US" altLang="zh-TW" sz="1300" kern="100" dirty="0" err="1">
                <a:latin typeface="Courier New" panose="02070309020205020404" pitchFamily="49" charset="0"/>
                <a:ea typeface="SimSun" panose="02010600030101010101" pitchFamily="2" charset="-122"/>
                <a:cs typeface="Courier New" panose="02070309020205020404" pitchFamily="49" charset="0"/>
              </a:rPr>
              <a:t>Serial.begin</a:t>
            </a:r>
            <a:r>
              <a:rPr lang="en-US" altLang="zh-TW" sz="1300" kern="100" dirty="0">
                <a:latin typeface="Courier New" panose="02070309020205020404" pitchFamily="49" charset="0"/>
                <a:ea typeface="SimSun" panose="02010600030101010101" pitchFamily="2" charset="-122"/>
                <a:cs typeface="Courier New" panose="02070309020205020404" pitchFamily="49" charset="0"/>
              </a:rPr>
              <a:t>(9600);</a:t>
            </a:r>
            <a:endParaRPr lang="zh-TW" altLang="zh-TW" sz="1300" kern="100" dirty="0">
              <a:latin typeface="Courier New" panose="02070309020205020404" pitchFamily="49" charset="0"/>
              <a:ea typeface="SimSun" panose="02010600030101010101" pitchFamily="2" charset="-122"/>
              <a:cs typeface="Courier New" panose="02070309020205020404" pitchFamily="49" charset="0"/>
            </a:endParaRPr>
          </a:p>
          <a:p>
            <a:pPr algn="just">
              <a:spcAft>
                <a:spcPts val="0"/>
              </a:spcAft>
            </a:pPr>
            <a:r>
              <a:rPr lang="en-US" altLang="zh-TW" sz="1300" kern="100" dirty="0">
                <a:latin typeface="Courier New" panose="02070309020205020404" pitchFamily="49" charset="0"/>
                <a:ea typeface="SimSun" panose="02010600030101010101" pitchFamily="2" charset="-122"/>
                <a:cs typeface="Courier New" panose="02070309020205020404" pitchFamily="49" charset="0"/>
              </a:rPr>
              <a:t>  </a:t>
            </a:r>
            <a:r>
              <a:rPr lang="en-US" altLang="zh-TW" sz="1300" kern="100" dirty="0" err="1">
                <a:latin typeface="Courier New" panose="02070309020205020404" pitchFamily="49" charset="0"/>
                <a:ea typeface="SimSun" panose="02010600030101010101" pitchFamily="2" charset="-122"/>
                <a:cs typeface="Courier New" panose="02070309020205020404" pitchFamily="49" charset="0"/>
              </a:rPr>
              <a:t>Serial.println</a:t>
            </a:r>
            <a:r>
              <a:rPr lang="en-US" altLang="zh-TW" sz="1300" kern="100" dirty="0">
                <a:latin typeface="Courier New" panose="02070309020205020404" pitchFamily="49" charset="0"/>
                <a:ea typeface="SimSun" panose="02010600030101010101" pitchFamily="2" charset="-122"/>
                <a:cs typeface="Courier New" panose="02070309020205020404" pitchFamily="49" charset="0"/>
              </a:rPr>
              <a:t>("LED is ready!");</a:t>
            </a:r>
            <a:endParaRPr lang="zh-TW" altLang="zh-TW" sz="1300" kern="100" dirty="0">
              <a:latin typeface="Courier New" panose="02070309020205020404" pitchFamily="49" charset="0"/>
              <a:ea typeface="SimSun" panose="02010600030101010101" pitchFamily="2" charset="-122"/>
              <a:cs typeface="Courier New" panose="02070309020205020404" pitchFamily="49" charset="0"/>
            </a:endParaRPr>
          </a:p>
          <a:p>
            <a:r>
              <a:rPr lang="en-US" altLang="zh-TW" sz="1300" kern="1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zh-TW" altLang="en-US" sz="13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EAF82942-4826-4EC2-B0A8-F645B494A7ED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33303" y="4031602"/>
            <a:ext cx="5326380" cy="211836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Oval 12293">
            <a:extLst>
              <a:ext uri="{FF2B5EF4-FFF2-40B4-BE49-F238E27FC236}">
                <a16:creationId xmlns:a16="http://schemas.microsoft.com/office/drawing/2014/main" id="{D46D5388-5BC6-4AF5-98CC-04A78B3B5C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68344" y="2997200"/>
            <a:ext cx="863600" cy="863600"/>
          </a:xfrm>
          <a:prstGeom prst="ellipse">
            <a:avLst/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8" name="Text Box 12294">
            <a:extLst>
              <a:ext uri="{FF2B5EF4-FFF2-40B4-BE49-F238E27FC236}">
                <a16:creationId xmlns:a16="http://schemas.microsoft.com/office/drawing/2014/main" id="{CC8B6732-2261-435B-9202-3E47897E58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2075" y="3141663"/>
            <a:ext cx="837089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zh-TW" altLang="en-US" b="1" dirty="0">
                <a:solidFill>
                  <a:schemeClr val="bg1"/>
                </a:solidFill>
                <a:latin typeface="微軟正黑體" panose="020B0604030504040204" pitchFamily="34" charset="-120"/>
              </a:rPr>
              <a:t>參閱</a:t>
            </a:r>
          </a:p>
          <a:p>
            <a:pPr algn="ctr"/>
            <a:r>
              <a:rPr lang="zh-TW" altLang="en-US" b="1" dirty="0">
                <a:solidFill>
                  <a:schemeClr val="bg1"/>
                </a:solidFill>
                <a:latin typeface="微軟正黑體" panose="020B0604030504040204" pitchFamily="34" charset="-120"/>
              </a:rPr>
              <a:t>10-</a:t>
            </a:r>
            <a:r>
              <a:rPr lang="en-US" altLang="zh-TW" b="1" dirty="0">
                <a:solidFill>
                  <a:schemeClr val="bg1"/>
                </a:solidFill>
                <a:latin typeface="微軟正黑體" panose="020B0604030504040204" pitchFamily="34" charset="-120"/>
              </a:rPr>
              <a:t>13</a:t>
            </a:r>
            <a:endParaRPr lang="zh-TW" altLang="en-US" dirty="0">
              <a:ea typeface="新細明體" panose="02020500000000000000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7466403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9" name="Title 12289">
            <a:extLst>
              <a:ext uri="{FF2B5EF4-FFF2-40B4-BE49-F238E27FC236}">
                <a16:creationId xmlns:a16="http://schemas.microsoft.com/office/drawing/2014/main" id="{B9FBBA2A-3090-447C-8A0B-9451A2C9BA7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000" dirty="0"/>
              <a:t>透過序列埠調整燈光亮度</a:t>
            </a:r>
            <a:endParaRPr lang="zh-TW" altLang="en-US" sz="3600" dirty="0"/>
          </a:p>
        </p:txBody>
      </p:sp>
      <p:sp>
        <p:nvSpPr>
          <p:cNvPr id="12293" name="Oval 12293">
            <a:extLst>
              <a:ext uri="{FF2B5EF4-FFF2-40B4-BE49-F238E27FC236}">
                <a16:creationId xmlns:a16="http://schemas.microsoft.com/office/drawing/2014/main" id="{C913F1C6-394E-4DDF-BD34-81FA079C3B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9100" y="4149725"/>
            <a:ext cx="863600" cy="863600"/>
          </a:xfrm>
          <a:prstGeom prst="ellipse">
            <a:avLst/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12294" name="Text Box 12294">
            <a:extLst>
              <a:ext uri="{FF2B5EF4-FFF2-40B4-BE49-F238E27FC236}">
                <a16:creationId xmlns:a16="http://schemas.microsoft.com/office/drawing/2014/main" id="{488FBE9E-D5B1-478E-A6AC-AEF03031AE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2831" y="4294188"/>
            <a:ext cx="837089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zh-TW" altLang="en-US" b="1" dirty="0">
                <a:solidFill>
                  <a:schemeClr val="bg1"/>
                </a:solidFill>
                <a:latin typeface="微軟正黑體" panose="020B0604030504040204" pitchFamily="34" charset="-120"/>
              </a:rPr>
              <a:t>參閱</a:t>
            </a:r>
          </a:p>
          <a:p>
            <a:pPr algn="ctr"/>
            <a:r>
              <a:rPr lang="zh-TW" altLang="en-US" b="1" dirty="0">
                <a:solidFill>
                  <a:schemeClr val="bg1"/>
                </a:solidFill>
                <a:latin typeface="微軟正黑體" panose="020B0604030504040204" pitchFamily="34" charset="-120"/>
              </a:rPr>
              <a:t>10-</a:t>
            </a:r>
            <a:r>
              <a:rPr lang="en-US" altLang="zh-TW" b="1" dirty="0">
                <a:solidFill>
                  <a:schemeClr val="bg1"/>
                </a:solidFill>
                <a:latin typeface="微軟正黑體" panose="020B0604030504040204" pitchFamily="34" charset="-120"/>
              </a:rPr>
              <a:t>15</a:t>
            </a:r>
            <a:endParaRPr lang="zh-TW" altLang="en-US" dirty="0">
              <a:ea typeface="新細明體" panose="02020500000000000000" pitchFamily="18" charset="-12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FC6C7A1-6001-47AE-BD6A-63D89764BDB4}"/>
              </a:ext>
            </a:extLst>
          </p:cNvPr>
          <p:cNvSpPr/>
          <p:nvPr/>
        </p:nvSpPr>
        <p:spPr>
          <a:xfrm>
            <a:off x="2627784" y="1337101"/>
            <a:ext cx="4572000" cy="954107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>
              <a:spcAft>
                <a:spcPts val="0"/>
              </a:spcAft>
            </a:pPr>
            <a:r>
              <a:rPr lang="en-US" altLang="zh-TW" sz="1400" dirty="0"/>
              <a:t>Serial</a:t>
            </a:r>
            <a:r>
              <a:rPr lang="zh-TW" altLang="zh-TW" sz="1400" dirty="0"/>
              <a:t>程式庫提供把收到的字串轉成數字的函式：</a:t>
            </a:r>
          </a:p>
          <a:p>
            <a:pPr algn="just">
              <a:spcAft>
                <a:spcPts val="0"/>
              </a:spcAft>
            </a:pPr>
            <a:r>
              <a:rPr lang="en-US" altLang="zh-TW" sz="1400" dirty="0"/>
              <a:t> </a:t>
            </a:r>
            <a:endParaRPr lang="zh-TW" altLang="zh-TW" sz="1400" dirty="0"/>
          </a:p>
          <a:p>
            <a:pPr marL="342900" lvl="0" indent="-342900" algn="just">
              <a:spcAft>
                <a:spcPts val="0"/>
              </a:spcAft>
              <a:buFont typeface="Wingdings" panose="05000000000000000000" pitchFamily="2" charset="2"/>
              <a:buChar char=""/>
            </a:pPr>
            <a:r>
              <a:rPr lang="en-US" altLang="zh-TW" sz="1400" b="1" dirty="0" err="1"/>
              <a:t>parseInt</a:t>
            </a:r>
            <a:r>
              <a:rPr lang="en-US" altLang="zh-TW" sz="1400" b="1" dirty="0"/>
              <a:t>()</a:t>
            </a:r>
            <a:r>
              <a:rPr lang="zh-CN" altLang="zh-TW" sz="1400" dirty="0"/>
              <a:t>：把字串轉成整數類型。</a:t>
            </a:r>
            <a:endParaRPr lang="zh-TW" altLang="zh-TW" sz="1400" dirty="0"/>
          </a:p>
          <a:p>
            <a:pPr marL="342900" lvl="0" indent="-342900" algn="just">
              <a:spcAft>
                <a:spcPts val="0"/>
              </a:spcAft>
              <a:buFont typeface="Wingdings" panose="05000000000000000000" pitchFamily="2" charset="2"/>
              <a:buChar char=""/>
            </a:pPr>
            <a:r>
              <a:rPr lang="en-US" altLang="zh-TW" sz="1400" b="1" dirty="0" err="1"/>
              <a:t>parseFloat</a:t>
            </a:r>
            <a:r>
              <a:rPr lang="en-US" altLang="zh-TW" sz="1400" b="1" dirty="0"/>
              <a:t>()</a:t>
            </a:r>
            <a:r>
              <a:rPr lang="zh-CN" altLang="zh-TW" sz="1400" dirty="0"/>
              <a:t>：把字串轉成浮點類型。</a:t>
            </a:r>
            <a:endParaRPr lang="zh-TW" altLang="zh-TW" sz="1400" dirty="0"/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D7530F74-05FB-4FD5-A529-E0627AF7E87C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8080" y="3937000"/>
            <a:ext cx="5074920" cy="28194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D02B977F-B3B1-4C85-9C70-8E722EB52F9F}"/>
              </a:ext>
            </a:extLst>
          </p:cNvPr>
          <p:cNvSpPr/>
          <p:nvPr/>
        </p:nvSpPr>
        <p:spPr>
          <a:xfrm>
            <a:off x="2721385" y="2467773"/>
            <a:ext cx="4572000" cy="1292662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>
              <a:spcAft>
                <a:spcPts val="0"/>
              </a:spcAft>
            </a:pPr>
            <a:r>
              <a:rPr lang="en-US" altLang="zh-TW" sz="1300" kern="100" dirty="0">
                <a:latin typeface="Courier New" panose="02070309020205020404" pitchFamily="49" charset="0"/>
                <a:ea typeface="DengXian" panose="02010600030101010101" pitchFamily="2" charset="-122"/>
                <a:cs typeface="Courier New" panose="02070309020205020404" pitchFamily="49" charset="0"/>
              </a:rPr>
              <a:t>const int </a:t>
            </a:r>
            <a:r>
              <a:rPr lang="en-US" altLang="zh-TW" sz="1300" kern="100" dirty="0" err="1">
                <a:latin typeface="Courier New" panose="02070309020205020404" pitchFamily="49" charset="0"/>
                <a:ea typeface="DengXian" panose="02010600030101010101" pitchFamily="2" charset="-122"/>
                <a:cs typeface="Courier New" panose="02070309020205020404" pitchFamily="49" charset="0"/>
              </a:rPr>
              <a:t>ledPin</a:t>
            </a:r>
            <a:r>
              <a:rPr lang="en-US" altLang="zh-TW" sz="1300" kern="100" dirty="0">
                <a:latin typeface="Courier New" panose="02070309020205020404" pitchFamily="49" charset="0"/>
                <a:ea typeface="DengXian" panose="02010600030101010101" pitchFamily="2" charset="-122"/>
                <a:cs typeface="Courier New" panose="02070309020205020404" pitchFamily="49" charset="0"/>
              </a:rPr>
              <a:t> = 11;</a:t>
            </a:r>
            <a:endParaRPr lang="zh-TW" altLang="zh-TW" sz="1300" kern="100" dirty="0">
              <a:latin typeface="Courier New" panose="02070309020205020404" pitchFamily="49" charset="0"/>
              <a:ea typeface="SimSun" panose="02010600030101010101" pitchFamily="2" charset="-122"/>
              <a:cs typeface="Courier New" panose="02070309020205020404" pitchFamily="49" charset="0"/>
            </a:endParaRPr>
          </a:p>
          <a:p>
            <a:pPr algn="just">
              <a:spcAft>
                <a:spcPts val="0"/>
              </a:spcAft>
            </a:pPr>
            <a:r>
              <a:rPr lang="en-US" altLang="zh-TW" sz="1300" kern="100" dirty="0">
                <a:latin typeface="Courier New" panose="02070309020205020404" pitchFamily="49" charset="0"/>
                <a:ea typeface="DengXian" panose="02010600030101010101" pitchFamily="2" charset="-122"/>
                <a:cs typeface="Courier New" panose="02070309020205020404" pitchFamily="49" charset="0"/>
              </a:rPr>
              <a:t> </a:t>
            </a:r>
            <a:endParaRPr lang="zh-TW" altLang="zh-TW" sz="1300" kern="100" dirty="0">
              <a:latin typeface="Courier New" panose="02070309020205020404" pitchFamily="49" charset="0"/>
              <a:ea typeface="SimSun" panose="02010600030101010101" pitchFamily="2" charset="-122"/>
              <a:cs typeface="Courier New" panose="02070309020205020404" pitchFamily="49" charset="0"/>
            </a:endParaRPr>
          </a:p>
          <a:p>
            <a:pPr algn="just">
              <a:spcAft>
                <a:spcPts val="0"/>
              </a:spcAft>
            </a:pPr>
            <a:r>
              <a:rPr lang="en-US" altLang="zh-TW" sz="1300" kern="100" dirty="0">
                <a:latin typeface="Courier New" panose="02070309020205020404" pitchFamily="49" charset="0"/>
                <a:ea typeface="DengXian" panose="02010600030101010101" pitchFamily="2" charset="-122"/>
                <a:cs typeface="Courier New" panose="02070309020205020404" pitchFamily="49" charset="0"/>
              </a:rPr>
              <a:t>void setup() {</a:t>
            </a:r>
            <a:endParaRPr lang="zh-TW" altLang="zh-TW" sz="1300" kern="100" dirty="0">
              <a:latin typeface="Courier New" panose="02070309020205020404" pitchFamily="49" charset="0"/>
              <a:ea typeface="SimSun" panose="02010600030101010101" pitchFamily="2" charset="-122"/>
              <a:cs typeface="Courier New" panose="02070309020205020404" pitchFamily="49" charset="0"/>
            </a:endParaRPr>
          </a:p>
          <a:p>
            <a:pPr algn="just">
              <a:spcAft>
                <a:spcPts val="0"/>
              </a:spcAft>
            </a:pPr>
            <a:r>
              <a:rPr lang="en-US" altLang="zh-TW" sz="1300" kern="100" dirty="0">
                <a:latin typeface="Courier New" panose="02070309020205020404" pitchFamily="49" charset="0"/>
                <a:ea typeface="DengXian" panose="02010600030101010101" pitchFamily="2" charset="-122"/>
                <a:cs typeface="Courier New" panose="02070309020205020404" pitchFamily="49" charset="0"/>
              </a:rPr>
              <a:t>  </a:t>
            </a:r>
            <a:r>
              <a:rPr lang="en-US" altLang="zh-TW" sz="1300" kern="100" dirty="0" err="1">
                <a:latin typeface="Courier New" panose="02070309020205020404" pitchFamily="49" charset="0"/>
                <a:ea typeface="DengXian" panose="02010600030101010101" pitchFamily="2" charset="-122"/>
                <a:cs typeface="Courier New" panose="02070309020205020404" pitchFamily="49" charset="0"/>
              </a:rPr>
              <a:t>Serial.begin</a:t>
            </a:r>
            <a:r>
              <a:rPr lang="en-US" altLang="zh-TW" sz="1300" kern="100" dirty="0">
                <a:latin typeface="Courier New" panose="02070309020205020404" pitchFamily="49" charset="0"/>
                <a:ea typeface="DengXian" panose="02010600030101010101" pitchFamily="2" charset="-122"/>
                <a:cs typeface="Courier New" panose="02070309020205020404" pitchFamily="49" charset="0"/>
              </a:rPr>
              <a:t>(9600);</a:t>
            </a:r>
            <a:endParaRPr lang="zh-TW" altLang="zh-TW" sz="1300" kern="100" dirty="0">
              <a:latin typeface="Courier New" panose="02070309020205020404" pitchFamily="49" charset="0"/>
              <a:ea typeface="SimSun" panose="02010600030101010101" pitchFamily="2" charset="-122"/>
              <a:cs typeface="Courier New" panose="02070309020205020404" pitchFamily="49" charset="0"/>
            </a:endParaRPr>
          </a:p>
          <a:p>
            <a:pPr algn="just">
              <a:spcAft>
                <a:spcPts val="0"/>
              </a:spcAft>
            </a:pPr>
            <a:r>
              <a:rPr lang="en-US" altLang="zh-TW" sz="1300" kern="100" dirty="0">
                <a:latin typeface="Courier New" panose="02070309020205020404" pitchFamily="49" charset="0"/>
                <a:ea typeface="DengXian" panose="02010600030101010101" pitchFamily="2" charset="-122"/>
                <a:cs typeface="Courier New" panose="02070309020205020404" pitchFamily="49" charset="0"/>
              </a:rPr>
              <a:t>  </a:t>
            </a:r>
            <a:r>
              <a:rPr lang="en-US" altLang="zh-TW" sz="1300" kern="100" dirty="0" err="1">
                <a:latin typeface="Courier New" panose="02070309020205020404" pitchFamily="49" charset="0"/>
                <a:ea typeface="DengXian" panose="02010600030101010101" pitchFamily="2" charset="-122"/>
                <a:cs typeface="Courier New" panose="02070309020205020404" pitchFamily="49" charset="0"/>
              </a:rPr>
              <a:t>pinMode</a:t>
            </a:r>
            <a:r>
              <a:rPr lang="en-US" altLang="zh-TW" sz="1300" kern="100" dirty="0">
                <a:latin typeface="Courier New" panose="02070309020205020404" pitchFamily="49" charset="0"/>
                <a:ea typeface="DengXian" panose="02010600030101010101" pitchFamily="2" charset="-122"/>
                <a:cs typeface="Courier New" panose="02070309020205020404" pitchFamily="49" charset="0"/>
              </a:rPr>
              <a:t>(</a:t>
            </a:r>
            <a:r>
              <a:rPr lang="en-US" altLang="zh-TW" sz="1300" kern="100" dirty="0" err="1">
                <a:latin typeface="Courier New" panose="02070309020205020404" pitchFamily="49" charset="0"/>
                <a:ea typeface="DengXian" panose="02010600030101010101" pitchFamily="2" charset="-122"/>
                <a:cs typeface="Courier New" panose="02070309020205020404" pitchFamily="49" charset="0"/>
              </a:rPr>
              <a:t>ledPin</a:t>
            </a:r>
            <a:r>
              <a:rPr lang="en-US" altLang="zh-TW" sz="1300" kern="100" dirty="0">
                <a:latin typeface="Courier New" panose="02070309020205020404" pitchFamily="49" charset="0"/>
                <a:ea typeface="DengXian" panose="02010600030101010101" pitchFamily="2" charset="-122"/>
                <a:cs typeface="Courier New" panose="02070309020205020404" pitchFamily="49" charset="0"/>
              </a:rPr>
              <a:t>, OUTPUT);</a:t>
            </a:r>
            <a:endParaRPr lang="zh-TW" altLang="zh-TW" sz="1300" kern="100" dirty="0">
              <a:latin typeface="Courier New" panose="02070309020205020404" pitchFamily="49" charset="0"/>
              <a:ea typeface="SimSun" panose="02010600030101010101" pitchFamily="2" charset="-122"/>
              <a:cs typeface="Courier New" panose="02070309020205020404" pitchFamily="49" charset="0"/>
            </a:endParaRPr>
          </a:p>
          <a:p>
            <a:pPr algn="just">
              <a:spcAft>
                <a:spcPts val="0"/>
              </a:spcAft>
            </a:pPr>
            <a:r>
              <a:rPr lang="en-US" altLang="zh-TW" sz="1300" kern="100" dirty="0">
                <a:latin typeface="Courier New" panose="02070309020205020404" pitchFamily="49" charset="0"/>
                <a:ea typeface="DengXian" panose="02010600030101010101" pitchFamily="2" charset="-122"/>
                <a:cs typeface="Courier New" panose="02070309020205020404" pitchFamily="49" charset="0"/>
              </a:rPr>
              <a:t>}</a:t>
            </a:r>
            <a:endParaRPr lang="zh-TW" altLang="zh-TW" sz="1300" kern="100" dirty="0">
              <a:effectLst/>
              <a:latin typeface="Courier New" panose="02070309020205020404" pitchFamily="49" charset="0"/>
              <a:ea typeface="SimSun" panose="02010600030101010101" pitchFamily="2" charset="-122"/>
              <a:cs typeface="Courier New" panose="02070309020205020404" pitchFamily="49" charset="0"/>
            </a:endParaRPr>
          </a:p>
        </p:txBody>
      </p:sp>
    </p:spTree>
  </p:cSld>
  <p:clrMapOvr>
    <a:masterClrMapping/>
  </p:clrMapOvr>
  <p:transition>
    <p:push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Title 14337">
            <a:extLst>
              <a:ext uri="{FF2B5EF4-FFF2-40B4-BE49-F238E27FC236}">
                <a16:creationId xmlns:a16="http://schemas.microsoft.com/office/drawing/2014/main" id="{4967FFA9-C468-4BF1-B0ED-06867C97025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認識直流馬達</a:t>
            </a:r>
          </a:p>
        </p:txBody>
      </p:sp>
      <p:pic>
        <p:nvPicPr>
          <p:cNvPr id="15362" name="Picture 14338" descr="mo2">
            <a:extLst>
              <a:ext uri="{FF2B5EF4-FFF2-40B4-BE49-F238E27FC236}">
                <a16:creationId xmlns:a16="http://schemas.microsoft.com/office/drawing/2014/main" id="{530B6717-94B7-4AF5-9DC1-7DAE3EC94C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350" y="2060575"/>
            <a:ext cx="6619875" cy="4591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363" name="Text Box 14339">
            <a:extLst>
              <a:ext uri="{FF2B5EF4-FFF2-40B4-BE49-F238E27FC236}">
                <a16:creationId xmlns:a16="http://schemas.microsoft.com/office/drawing/2014/main" id="{B6847D0A-1698-4F53-84C9-B2D0BDF5EF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5338" y="1484313"/>
            <a:ext cx="7808912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zh-CN" altLang="en-US">
                <a:latin typeface="微軟正黑體" panose="020B0604030504040204" pitchFamily="34" charset="-120"/>
              </a:rPr>
              <a:t>玩具和動力模型的直流馬達，通常是FA-130, RE-140, RE-260或RE-280型</a:t>
            </a:r>
            <a:r>
              <a:rPr lang="zh-TW" altLang="en-US">
                <a:latin typeface="微軟正黑體" panose="020B0604030504040204" pitchFamily="34" charset="-120"/>
              </a:rPr>
              <a:t>。</a:t>
            </a:r>
          </a:p>
        </p:txBody>
      </p:sp>
      <p:sp>
        <p:nvSpPr>
          <p:cNvPr id="15364" name="Oval 14340">
            <a:extLst>
              <a:ext uri="{FF2B5EF4-FFF2-40B4-BE49-F238E27FC236}">
                <a16:creationId xmlns:a16="http://schemas.microsoft.com/office/drawing/2014/main" id="{AEBB542E-6D06-4304-BCA1-24FDF718AD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29588" y="4797425"/>
            <a:ext cx="863600" cy="863600"/>
          </a:xfrm>
          <a:prstGeom prst="ellipse">
            <a:avLst/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15365" name="Text Box 14341">
            <a:extLst>
              <a:ext uri="{FF2B5EF4-FFF2-40B4-BE49-F238E27FC236}">
                <a16:creationId xmlns:a16="http://schemas.microsoft.com/office/drawing/2014/main" id="{17B3D833-C09B-4BA5-9754-D09539B4E6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33319" y="4941888"/>
            <a:ext cx="837089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zh-TW" altLang="en-US" b="1" dirty="0">
                <a:solidFill>
                  <a:schemeClr val="bg1"/>
                </a:solidFill>
                <a:latin typeface="微軟正黑體" panose="020B0604030504040204" pitchFamily="34" charset="-120"/>
              </a:rPr>
              <a:t>參閱</a:t>
            </a:r>
          </a:p>
          <a:p>
            <a:pPr algn="ctr"/>
            <a:r>
              <a:rPr lang="zh-TW" altLang="en-US" b="1" dirty="0">
                <a:solidFill>
                  <a:schemeClr val="bg1"/>
                </a:solidFill>
                <a:latin typeface="微軟正黑體" panose="020B0604030504040204" pitchFamily="34" charset="-120"/>
              </a:rPr>
              <a:t>10-1</a:t>
            </a:r>
            <a:r>
              <a:rPr lang="en-US" altLang="zh-TW" b="1" dirty="0">
                <a:solidFill>
                  <a:schemeClr val="bg1"/>
                </a:solidFill>
                <a:latin typeface="微軟正黑體" panose="020B0604030504040204" pitchFamily="34" charset="-120"/>
              </a:rPr>
              <a:t>6</a:t>
            </a:r>
          </a:p>
        </p:txBody>
      </p:sp>
    </p:spTree>
  </p:cSld>
  <p:clrMapOvr>
    <a:masterClrMapping/>
  </p:clrMapOvr>
  <p:transition>
    <p:push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Title 15361">
            <a:extLst>
              <a:ext uri="{FF2B5EF4-FFF2-40B4-BE49-F238E27FC236}">
                <a16:creationId xmlns:a16="http://schemas.microsoft.com/office/drawing/2014/main" id="{41067FFF-D2EF-4A89-BED8-BC0C41A06CD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直流馬達的規格書</a:t>
            </a:r>
          </a:p>
        </p:txBody>
      </p:sp>
      <p:pic>
        <p:nvPicPr>
          <p:cNvPr id="16386" name="Picture 15362" descr="mo4">
            <a:extLst>
              <a:ext uri="{FF2B5EF4-FFF2-40B4-BE49-F238E27FC236}">
                <a16:creationId xmlns:a16="http://schemas.microsoft.com/office/drawing/2014/main" id="{119302C9-5A8F-46E9-8F85-1CA67019B8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4575" y="2565400"/>
            <a:ext cx="6505575" cy="147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387" name="Picture 15363" descr="mo5">
            <a:extLst>
              <a:ext uri="{FF2B5EF4-FFF2-40B4-BE49-F238E27FC236}">
                <a16:creationId xmlns:a16="http://schemas.microsoft.com/office/drawing/2014/main" id="{63BB7756-6B08-4B9C-BFAD-56F9886A73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4575" y="4365625"/>
            <a:ext cx="6505575" cy="147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388" name="Text Box 15364">
            <a:extLst>
              <a:ext uri="{FF2B5EF4-FFF2-40B4-BE49-F238E27FC236}">
                <a16:creationId xmlns:a16="http://schemas.microsoft.com/office/drawing/2014/main" id="{BF4E28BE-7D40-467D-AF82-98E50E846B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2625" y="3068638"/>
            <a:ext cx="1400175" cy="639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微軟正黑體" panose="020B0604030504040204" pitchFamily="34" charset="-120"/>
              </a:rPr>
              <a:t>RF-300型的</a:t>
            </a:r>
          </a:p>
          <a:p>
            <a:r>
              <a:rPr lang="en-US" altLang="en-US">
                <a:latin typeface="微軟正黑體" panose="020B0604030504040204" pitchFamily="34" charset="-120"/>
              </a:rPr>
              <a:t>主要規格</a:t>
            </a:r>
          </a:p>
        </p:txBody>
      </p:sp>
      <p:sp>
        <p:nvSpPr>
          <p:cNvPr id="16389" name="Text Box 15365">
            <a:extLst>
              <a:ext uri="{FF2B5EF4-FFF2-40B4-BE49-F238E27FC236}">
                <a16:creationId xmlns:a16="http://schemas.microsoft.com/office/drawing/2014/main" id="{3A6E5877-621F-450A-BFEA-E12E38C1C4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5338" y="4868863"/>
            <a:ext cx="1412875" cy="639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微軟正黑體" panose="020B0604030504040204" pitchFamily="34" charset="-120"/>
              </a:rPr>
              <a:t>FA-130型的</a:t>
            </a:r>
          </a:p>
          <a:p>
            <a:r>
              <a:rPr lang="en-US" altLang="en-US">
                <a:latin typeface="微軟正黑體" panose="020B0604030504040204" pitchFamily="34" charset="-120"/>
              </a:rPr>
              <a:t>主要規格</a:t>
            </a:r>
            <a:endParaRPr lang="en-US" altLang="en-US"/>
          </a:p>
        </p:txBody>
      </p:sp>
      <p:sp>
        <p:nvSpPr>
          <p:cNvPr id="16390" name="Text Box 15366">
            <a:extLst>
              <a:ext uri="{FF2B5EF4-FFF2-40B4-BE49-F238E27FC236}">
                <a16:creationId xmlns:a16="http://schemas.microsoft.com/office/drawing/2014/main" id="{5F656F7F-89DF-4C60-B435-90E9EC10BB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5338" y="1563688"/>
            <a:ext cx="8024812" cy="639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/>
              <a:t>設計馬達的電晶體控制電路時，最重要的兩個參數是工作電壓和堵轉電流。</a:t>
            </a:r>
          </a:p>
          <a:p>
            <a:r>
              <a:rPr lang="en-US" altLang="en-US"/>
              <a:t>馬達的負荷越重，轉速會變慢，耗電流也越大，發熱量也增加。</a:t>
            </a:r>
          </a:p>
        </p:txBody>
      </p:sp>
      <p:sp>
        <p:nvSpPr>
          <p:cNvPr id="16391" name="Oval 15367">
            <a:extLst>
              <a:ext uri="{FF2B5EF4-FFF2-40B4-BE49-F238E27FC236}">
                <a16:creationId xmlns:a16="http://schemas.microsoft.com/office/drawing/2014/main" id="{5EA99468-82B5-4575-8B6D-C0EE86FBC8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51800" y="5876925"/>
            <a:ext cx="863600" cy="863600"/>
          </a:xfrm>
          <a:prstGeom prst="ellipse">
            <a:avLst/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16392" name="Text Box 15368">
            <a:extLst>
              <a:ext uri="{FF2B5EF4-FFF2-40B4-BE49-F238E27FC236}">
                <a16:creationId xmlns:a16="http://schemas.microsoft.com/office/drawing/2014/main" id="{36B6BB47-B6C9-4F54-ACEA-4D0838920B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55531" y="6021388"/>
            <a:ext cx="837089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zh-TW" altLang="en-US" b="1" dirty="0">
                <a:solidFill>
                  <a:schemeClr val="bg1"/>
                </a:solidFill>
                <a:latin typeface="微軟正黑體" panose="020B0604030504040204" pitchFamily="34" charset="-120"/>
              </a:rPr>
              <a:t>參閱</a:t>
            </a:r>
          </a:p>
          <a:p>
            <a:pPr algn="ctr"/>
            <a:r>
              <a:rPr lang="zh-TW" altLang="en-US" b="1" dirty="0">
                <a:solidFill>
                  <a:schemeClr val="bg1"/>
                </a:solidFill>
                <a:latin typeface="微軟正黑體" panose="020B0604030504040204" pitchFamily="34" charset="-120"/>
              </a:rPr>
              <a:t>10-1</a:t>
            </a:r>
            <a:r>
              <a:rPr lang="en-US" altLang="zh-TW" b="1" dirty="0">
                <a:solidFill>
                  <a:schemeClr val="bg1"/>
                </a:solidFill>
                <a:latin typeface="微軟正黑體" panose="020B0604030504040204" pitchFamily="34" charset="-120"/>
              </a:rPr>
              <a:t>9</a:t>
            </a:r>
          </a:p>
        </p:txBody>
      </p:sp>
    </p:spTree>
  </p:cSld>
  <p:clrMapOvr>
    <a:masterClrMapping/>
  </p:clrMapOvr>
  <p:transition>
    <p:push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293CDAD-BFE3-44CC-B773-E98FDF3E1C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TW" dirty="0"/>
              <a:t>齒輪</a:t>
            </a:r>
            <a:r>
              <a:rPr lang="zh-TW" altLang="zh-TW" dirty="0"/>
              <a:t>箱和動力模型玩具</a:t>
            </a:r>
            <a:endParaRPr lang="zh-TW" altLang="en-US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30EF0A3-A1C8-4682-880C-CEB2F582E7B8}"/>
              </a:ext>
            </a:extLst>
          </p:cNvPr>
          <p:cNvSpPr/>
          <p:nvPr/>
        </p:nvSpPr>
        <p:spPr>
          <a:xfrm>
            <a:off x="899592" y="1556792"/>
            <a:ext cx="4572000" cy="52322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TW" altLang="zh-TW" sz="1400" dirty="0"/>
              <a:t>齒輪組是屬於精密機械，不太容易手動組裝，建議買現成的或者從玩具裡面拆下來。</a:t>
            </a:r>
            <a:endParaRPr lang="zh-TW" altLang="en-US" sz="1400" dirty="0"/>
          </a:p>
        </p:txBody>
      </p:sp>
      <p:pic>
        <p:nvPicPr>
          <p:cNvPr id="5" name="Picture 29" descr="mo9">
            <a:extLst>
              <a:ext uri="{FF2B5EF4-FFF2-40B4-BE49-F238E27FC236}">
                <a16:creationId xmlns:a16="http://schemas.microsoft.com/office/drawing/2014/main" id="{0C5ACF3F-BDB7-4F92-8936-8832EAFCD3DB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84073" y="2204864"/>
            <a:ext cx="548640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DA7C81F0-2C4A-4516-A4FB-B3C525502191}"/>
              </a:ext>
            </a:extLst>
          </p:cNvPr>
          <p:cNvSpPr/>
          <p:nvPr/>
        </p:nvSpPr>
        <p:spPr>
          <a:xfrm>
            <a:off x="899592" y="4437112"/>
            <a:ext cx="435597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0"/>
              </a:spcAft>
            </a:pPr>
            <a:r>
              <a:rPr lang="zh-TW" altLang="zh-TW" sz="1400" dirty="0"/>
              <a:t>也可以買包含底盤與支架的</a:t>
            </a:r>
            <a:r>
              <a:rPr lang="zh-TW" altLang="zh-TW" sz="1400"/>
              <a:t>「小車</a:t>
            </a:r>
            <a:r>
              <a:rPr lang="en-US" altLang="zh-TW" sz="1400" dirty="0"/>
              <a:t>DIY</a:t>
            </a:r>
            <a:r>
              <a:rPr lang="zh-TW" altLang="zh-TW" sz="1400" dirty="0"/>
              <a:t>套件」，自行加裝感測</a:t>
            </a:r>
            <a:r>
              <a:rPr lang="zh-TW" altLang="zh-TW" sz="1400"/>
              <a:t>器和</a:t>
            </a:r>
            <a:r>
              <a:rPr lang="en-US" altLang="zh-TW" sz="1400" dirty="0"/>
              <a:t>Arduino</a:t>
            </a:r>
            <a:r>
              <a:rPr lang="zh-TW" altLang="zh-TW" sz="1400" dirty="0"/>
              <a:t>控制板。</a:t>
            </a:r>
          </a:p>
        </p:txBody>
      </p:sp>
      <p:pic>
        <p:nvPicPr>
          <p:cNvPr id="7" name="Picture 30" descr="mo10">
            <a:extLst>
              <a:ext uri="{FF2B5EF4-FFF2-40B4-BE49-F238E27FC236}">
                <a16:creationId xmlns:a16="http://schemas.microsoft.com/office/drawing/2014/main" id="{3D849CE0-450F-4F17-B020-173D32F508E5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6993" y="4345251"/>
            <a:ext cx="4983480" cy="2430780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Oval 15367">
            <a:extLst>
              <a:ext uri="{FF2B5EF4-FFF2-40B4-BE49-F238E27FC236}">
                <a16:creationId xmlns:a16="http://schemas.microsoft.com/office/drawing/2014/main" id="{FD0F4A6D-F277-4993-8B8F-5F736CC211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576" y="2939988"/>
            <a:ext cx="863600" cy="863600"/>
          </a:xfrm>
          <a:prstGeom prst="ellipse">
            <a:avLst/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9" name="Text Box 15368">
            <a:extLst>
              <a:ext uri="{FF2B5EF4-FFF2-40B4-BE49-F238E27FC236}">
                <a16:creationId xmlns:a16="http://schemas.microsoft.com/office/drawing/2014/main" id="{420E08E2-5F0C-4FD5-9375-A87FFB78E0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9307" y="3084451"/>
            <a:ext cx="837089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zh-TW" altLang="en-US" b="1" dirty="0">
                <a:solidFill>
                  <a:schemeClr val="bg1"/>
                </a:solidFill>
                <a:latin typeface="微軟正黑體" panose="020B0604030504040204" pitchFamily="34" charset="-120"/>
              </a:rPr>
              <a:t>參閱</a:t>
            </a:r>
          </a:p>
          <a:p>
            <a:pPr algn="ctr"/>
            <a:r>
              <a:rPr lang="zh-TW" altLang="en-US" b="1" dirty="0">
                <a:solidFill>
                  <a:schemeClr val="bg1"/>
                </a:solidFill>
                <a:latin typeface="微軟正黑體" panose="020B0604030504040204" pitchFamily="34" charset="-120"/>
              </a:rPr>
              <a:t>10-</a:t>
            </a:r>
            <a:r>
              <a:rPr lang="en-US" altLang="zh-TW" b="1" dirty="0">
                <a:solidFill>
                  <a:schemeClr val="bg1"/>
                </a:solidFill>
                <a:latin typeface="微軟正黑體" panose="020B0604030504040204" pitchFamily="34" charset="-120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10348754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6385">
            <a:extLst>
              <a:ext uri="{FF2B5EF4-FFF2-40B4-BE49-F238E27FC236}">
                <a16:creationId xmlns:a16="http://schemas.microsoft.com/office/drawing/2014/main" id="{0AC37331-BB9C-49B6-8D15-A3940A9CE7E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認識電晶體元件</a:t>
            </a:r>
          </a:p>
        </p:txBody>
      </p:sp>
      <p:sp>
        <p:nvSpPr>
          <p:cNvPr id="17410" name="Text Box 16386">
            <a:extLst>
              <a:ext uri="{FF2B5EF4-FFF2-40B4-BE49-F238E27FC236}">
                <a16:creationId xmlns:a16="http://schemas.microsoft.com/office/drawing/2014/main" id="{3EF39656-336D-48DB-824C-1A2784142E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213" y="1412875"/>
            <a:ext cx="688022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微軟正黑體" panose="020B0604030504040204" pitchFamily="34" charset="-120"/>
              </a:rPr>
              <a:t>電晶體有三隻接腳，分別叫做B（基極）, C（集極）和E（射極）。</a:t>
            </a:r>
          </a:p>
        </p:txBody>
      </p:sp>
      <p:pic>
        <p:nvPicPr>
          <p:cNvPr id="17411" name="Picture 16387" descr="vo29">
            <a:extLst>
              <a:ext uri="{FF2B5EF4-FFF2-40B4-BE49-F238E27FC236}">
                <a16:creationId xmlns:a16="http://schemas.microsoft.com/office/drawing/2014/main" id="{F4E75332-C263-4D4D-90A4-B8445AE7D7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7100" y="2060575"/>
            <a:ext cx="5173663" cy="2628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412" name="Picture 16388" descr="vo29_1">
            <a:extLst>
              <a:ext uri="{FF2B5EF4-FFF2-40B4-BE49-F238E27FC236}">
                <a16:creationId xmlns:a16="http://schemas.microsoft.com/office/drawing/2014/main" id="{73390E20-357E-406B-8CEE-C01610C4C6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2275" y="5087938"/>
            <a:ext cx="6267450" cy="1581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413" name="Oval 16389">
            <a:extLst>
              <a:ext uri="{FF2B5EF4-FFF2-40B4-BE49-F238E27FC236}">
                <a16:creationId xmlns:a16="http://schemas.microsoft.com/office/drawing/2014/main" id="{C5EF0CC0-A866-4057-9A11-772CD5537D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64438" y="3633493"/>
            <a:ext cx="863600" cy="863600"/>
          </a:xfrm>
          <a:prstGeom prst="ellipse">
            <a:avLst/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17414" name="Text Box 16390">
            <a:extLst>
              <a:ext uri="{FF2B5EF4-FFF2-40B4-BE49-F238E27FC236}">
                <a16:creationId xmlns:a16="http://schemas.microsoft.com/office/drawing/2014/main" id="{DEF23B9A-4F5D-43A1-B7CA-A8080ED4FA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68170" y="3777955"/>
            <a:ext cx="837089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zh-TW" altLang="en-US" b="1" dirty="0">
                <a:solidFill>
                  <a:schemeClr val="bg1"/>
                </a:solidFill>
                <a:latin typeface="微軟正黑體" panose="020B0604030504040204" pitchFamily="34" charset="-120"/>
              </a:rPr>
              <a:t>參閱</a:t>
            </a:r>
          </a:p>
          <a:p>
            <a:pPr algn="ctr"/>
            <a:r>
              <a:rPr lang="zh-TW" altLang="en-US" b="1" dirty="0">
                <a:solidFill>
                  <a:schemeClr val="bg1"/>
                </a:solidFill>
                <a:latin typeface="微軟正黑體" panose="020B0604030504040204" pitchFamily="34" charset="-120"/>
              </a:rPr>
              <a:t>10-</a:t>
            </a:r>
            <a:r>
              <a:rPr lang="en-US" altLang="zh-TW" b="1" dirty="0">
                <a:solidFill>
                  <a:schemeClr val="bg1"/>
                </a:solidFill>
                <a:latin typeface="微軟正黑體" panose="020B0604030504040204" pitchFamily="34" charset="-120"/>
              </a:rPr>
              <a:t>22</a:t>
            </a:r>
          </a:p>
        </p:txBody>
      </p:sp>
    </p:spTree>
  </p:cSld>
  <p:clrMapOvr>
    <a:masterClrMapping/>
  </p:clrMapOvr>
  <p:transition>
    <p:push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Title 17409">
            <a:extLst>
              <a:ext uri="{FF2B5EF4-FFF2-40B4-BE49-F238E27FC236}">
                <a16:creationId xmlns:a16="http://schemas.microsoft.com/office/drawing/2014/main" id="{084A97B4-4C04-4CE3-BD69-EF454EEA579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NPN與PNP類型的電晶體</a:t>
            </a:r>
          </a:p>
        </p:txBody>
      </p:sp>
      <p:pic>
        <p:nvPicPr>
          <p:cNvPr id="18434" name="Picture 17410" descr="vo31">
            <a:extLst>
              <a:ext uri="{FF2B5EF4-FFF2-40B4-BE49-F238E27FC236}">
                <a16:creationId xmlns:a16="http://schemas.microsoft.com/office/drawing/2014/main" id="{D3C57EE5-DE2C-48CE-8B55-E38A4C4D14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2863" y="1557338"/>
            <a:ext cx="2314575" cy="1543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435" name="Picture 17411" descr="vo51">
            <a:extLst>
              <a:ext uri="{FF2B5EF4-FFF2-40B4-BE49-F238E27FC236}">
                <a16:creationId xmlns:a16="http://schemas.microsoft.com/office/drawing/2014/main" id="{B584EAC8-7F25-4DB9-BD4A-F4F8D33565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9613" y="4616450"/>
            <a:ext cx="6086475" cy="1943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436" name="Text Box 17412">
            <a:extLst>
              <a:ext uri="{FF2B5EF4-FFF2-40B4-BE49-F238E27FC236}">
                <a16:creationId xmlns:a16="http://schemas.microsoft.com/office/drawing/2014/main" id="{DE8A998C-73DD-43EE-8BCD-F0DEF2C8EA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213" y="3429000"/>
            <a:ext cx="80645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微軟正黑體" panose="020B0604030504040204" pitchFamily="34" charset="-120"/>
              </a:rPr>
              <a:t>當NPN型電晶體的B腳（基極）接上高電位時（例如：正電源），電晶體將會導通，驅動負載；相反地，當PNP型電晶體的B腳（基極）接上低電位時（例如：接地），電晶體才會導通。</a:t>
            </a:r>
          </a:p>
        </p:txBody>
      </p:sp>
      <p:sp>
        <p:nvSpPr>
          <p:cNvPr id="18437" name="Oval 17413">
            <a:extLst>
              <a:ext uri="{FF2B5EF4-FFF2-40B4-BE49-F238E27FC236}">
                <a16:creationId xmlns:a16="http://schemas.microsoft.com/office/drawing/2014/main" id="{3A2CC792-9256-4049-8BD6-B6C81421B5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7780" y="1980848"/>
            <a:ext cx="863600" cy="863600"/>
          </a:xfrm>
          <a:prstGeom prst="ellipse">
            <a:avLst/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18438" name="Text Box 17414">
            <a:extLst>
              <a:ext uri="{FF2B5EF4-FFF2-40B4-BE49-F238E27FC236}">
                <a16:creationId xmlns:a16="http://schemas.microsoft.com/office/drawing/2014/main" id="{B0C006D0-D4BC-4D02-A2D1-E804C22562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9923" y="2126898"/>
            <a:ext cx="837089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zh-TW" altLang="en-US" b="1" dirty="0">
                <a:solidFill>
                  <a:schemeClr val="bg1"/>
                </a:solidFill>
                <a:latin typeface="微軟正黑體" panose="020B0604030504040204" pitchFamily="34" charset="-120"/>
              </a:rPr>
              <a:t>參閱</a:t>
            </a:r>
          </a:p>
          <a:p>
            <a:pPr algn="ctr"/>
            <a:r>
              <a:rPr lang="zh-TW" altLang="en-US" b="1" dirty="0">
                <a:solidFill>
                  <a:schemeClr val="bg1"/>
                </a:solidFill>
                <a:latin typeface="微軟正黑體" panose="020B0604030504040204" pitchFamily="34" charset="-120"/>
              </a:rPr>
              <a:t>10-2</a:t>
            </a:r>
            <a:r>
              <a:rPr lang="en-US" altLang="zh-TW" b="1" dirty="0">
                <a:solidFill>
                  <a:schemeClr val="bg1"/>
                </a:solidFill>
                <a:latin typeface="微軟正黑體" panose="020B0604030504040204" pitchFamily="34" charset="-120"/>
              </a:rPr>
              <a:t>4</a:t>
            </a:r>
            <a:endParaRPr lang="zh-TW" altLang="en-US" dirty="0">
              <a:ea typeface="新細明體" panose="02020500000000000000" pitchFamily="18" charset="-120"/>
            </a:endParaRPr>
          </a:p>
        </p:txBody>
      </p:sp>
    </p:spTree>
  </p:cSld>
  <p:clrMapOvr>
    <a:masterClrMapping/>
  </p:clrMapOvr>
  <p:transition>
    <p:push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Title 18433">
            <a:extLst>
              <a:ext uri="{FF2B5EF4-FFF2-40B4-BE49-F238E27FC236}">
                <a16:creationId xmlns:a16="http://schemas.microsoft.com/office/drawing/2014/main" id="{97FB1C53-C7B1-4DAF-918A-E98AC01FB58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電晶體馬達控制與調速器</a:t>
            </a:r>
          </a:p>
        </p:txBody>
      </p:sp>
      <p:sp>
        <p:nvSpPr>
          <p:cNvPr id="19458" name="Oval 18434">
            <a:extLst>
              <a:ext uri="{FF2B5EF4-FFF2-40B4-BE49-F238E27FC236}">
                <a16:creationId xmlns:a16="http://schemas.microsoft.com/office/drawing/2014/main" id="{75A2E7C7-1B45-4DBA-A3BE-2D2585AEF9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7679" y="4019248"/>
            <a:ext cx="863600" cy="863600"/>
          </a:xfrm>
          <a:prstGeom prst="ellipse">
            <a:avLst/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19459" name="Text Box 18435">
            <a:extLst>
              <a:ext uri="{FF2B5EF4-FFF2-40B4-BE49-F238E27FC236}">
                <a16:creationId xmlns:a16="http://schemas.microsoft.com/office/drawing/2014/main" id="{11F8A908-16A0-49E2-B7F0-8B5B3E20B8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1409" y="4163710"/>
            <a:ext cx="837089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zh-TW" altLang="en-US" b="1" dirty="0">
                <a:solidFill>
                  <a:schemeClr val="bg1"/>
                </a:solidFill>
                <a:latin typeface="微軟正黑體" panose="020B0604030504040204" pitchFamily="34" charset="-120"/>
              </a:rPr>
              <a:t>參閱</a:t>
            </a:r>
          </a:p>
          <a:p>
            <a:pPr algn="ctr"/>
            <a:r>
              <a:rPr lang="zh-TW" altLang="en-US" b="1" dirty="0">
                <a:solidFill>
                  <a:schemeClr val="bg1"/>
                </a:solidFill>
                <a:latin typeface="微軟正黑體" panose="020B0604030504040204" pitchFamily="34" charset="-120"/>
              </a:rPr>
              <a:t>10-</a:t>
            </a:r>
            <a:r>
              <a:rPr lang="en-US" altLang="zh-TW" b="1" dirty="0">
                <a:solidFill>
                  <a:schemeClr val="bg1"/>
                </a:solidFill>
                <a:latin typeface="微軟正黑體" panose="020B0604030504040204" pitchFamily="34" charset="-120"/>
              </a:rPr>
              <a:t>25</a:t>
            </a:r>
            <a:endParaRPr lang="zh-TW" altLang="en-US" dirty="0">
              <a:ea typeface="新細明體" panose="02020500000000000000" pitchFamily="18" charset="-120"/>
            </a:endParaRPr>
          </a:p>
        </p:txBody>
      </p:sp>
      <p:sp>
        <p:nvSpPr>
          <p:cNvPr id="19460" name="Text Box 18436">
            <a:extLst>
              <a:ext uri="{FF2B5EF4-FFF2-40B4-BE49-F238E27FC236}">
                <a16:creationId xmlns:a16="http://schemas.microsoft.com/office/drawing/2014/main" id="{2EDD2E75-7EE2-4A0A-913B-747B7E4D29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16088" y="1379538"/>
            <a:ext cx="7319962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zh-CN" altLang="en-US" dirty="0">
                <a:latin typeface="微軟正黑體" panose="020B0604030504040204" pitchFamily="34" charset="-120"/>
              </a:rPr>
              <a:t>馬達斷電的瞬間，磁能會釋放出電能，與原先加在線圈兩端的電壓相反，稱為</a:t>
            </a:r>
            <a:r>
              <a:rPr lang="zh-CN" altLang="en-US" b="1" dirty="0">
                <a:latin typeface="微軟正黑體" panose="020B0604030504040204" pitchFamily="34" charset="-120"/>
              </a:rPr>
              <a:t>反電動勢（Back EMF）</a:t>
            </a:r>
            <a:r>
              <a:rPr lang="zh-TW" altLang="en-US" dirty="0">
                <a:latin typeface="微軟正黑體" panose="020B0604030504040204" pitchFamily="34" charset="-120"/>
              </a:rPr>
              <a:t>；在馬達的電源並接一個二極體，可避免反電動式損害電晶體。</a:t>
            </a:r>
          </a:p>
        </p:txBody>
      </p:sp>
      <p:pic>
        <p:nvPicPr>
          <p:cNvPr id="7" name="Picture 40" descr="m3">
            <a:extLst>
              <a:ext uri="{FF2B5EF4-FFF2-40B4-BE49-F238E27FC236}">
                <a16:creationId xmlns:a16="http://schemas.microsoft.com/office/drawing/2014/main" id="{5C5689EE-525A-4A11-959D-609DD5F45D26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2987824" y="2757380"/>
            <a:ext cx="5362856" cy="1726212"/>
          </a:xfrm>
          <a:prstGeom prst="rect">
            <a:avLst/>
          </a:prstGeom>
        </p:spPr>
      </p:pic>
      <p:pic>
        <p:nvPicPr>
          <p:cNvPr id="9" name="Picture 37" descr="mo14">
            <a:extLst>
              <a:ext uri="{FF2B5EF4-FFF2-40B4-BE49-F238E27FC236}">
                <a16:creationId xmlns:a16="http://schemas.microsoft.com/office/drawing/2014/main" id="{E9FD2AD0-5A19-440F-B897-885F20BF8CC1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7683" y="5013175"/>
            <a:ext cx="4476772" cy="17262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push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Title 19457">
            <a:extLst>
              <a:ext uri="{FF2B5EF4-FFF2-40B4-BE49-F238E27FC236}">
                <a16:creationId xmlns:a16="http://schemas.microsoft.com/office/drawing/2014/main" id="{77949637-0B85-4FE9-B53D-D8A3E9891CB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電晶體馬達控制與調速器</a:t>
            </a:r>
          </a:p>
        </p:txBody>
      </p:sp>
      <p:sp>
        <p:nvSpPr>
          <p:cNvPr id="20482" name="Oval 19459">
            <a:extLst>
              <a:ext uri="{FF2B5EF4-FFF2-40B4-BE49-F238E27FC236}">
                <a16:creationId xmlns:a16="http://schemas.microsoft.com/office/drawing/2014/main" id="{A21F6124-4693-4274-8F67-554F8DACF3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9013" y="3179763"/>
            <a:ext cx="863600" cy="863600"/>
          </a:xfrm>
          <a:prstGeom prst="ellipse">
            <a:avLst/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20483" name="Text Box 19460">
            <a:extLst>
              <a:ext uri="{FF2B5EF4-FFF2-40B4-BE49-F238E27FC236}">
                <a16:creationId xmlns:a16="http://schemas.microsoft.com/office/drawing/2014/main" id="{4FD77F8C-4C1A-450B-8338-4ED59DAAF9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2744" y="3324225"/>
            <a:ext cx="837089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zh-TW" altLang="en-US" b="1" dirty="0">
                <a:solidFill>
                  <a:schemeClr val="bg1"/>
                </a:solidFill>
                <a:latin typeface="微軟正黑體" panose="020B0604030504040204" pitchFamily="34" charset="-120"/>
              </a:rPr>
              <a:t>參閱</a:t>
            </a:r>
          </a:p>
          <a:p>
            <a:pPr algn="ctr"/>
            <a:r>
              <a:rPr lang="zh-TW" altLang="en-US" b="1" dirty="0">
                <a:solidFill>
                  <a:schemeClr val="bg1"/>
                </a:solidFill>
                <a:latin typeface="微軟正黑體" panose="020B0604030504040204" pitchFamily="34" charset="-120"/>
              </a:rPr>
              <a:t>10-</a:t>
            </a:r>
            <a:r>
              <a:rPr lang="en-US" altLang="zh-TW" b="1">
                <a:solidFill>
                  <a:schemeClr val="bg1"/>
                </a:solidFill>
                <a:latin typeface="微軟正黑體" panose="020B0604030504040204" pitchFamily="34" charset="-120"/>
              </a:rPr>
              <a:t>27</a:t>
            </a:r>
            <a:endParaRPr lang="zh-TW" altLang="en-US" dirty="0">
              <a:ea typeface="新細明體" panose="02020500000000000000" pitchFamily="18" charset="-120"/>
            </a:endParaRPr>
          </a:p>
        </p:txBody>
      </p:sp>
      <p:pic>
        <p:nvPicPr>
          <p:cNvPr id="20484" name="Picture 2" descr="mo15">
            <a:extLst>
              <a:ext uri="{FF2B5EF4-FFF2-40B4-BE49-F238E27FC236}">
                <a16:creationId xmlns:a16="http://schemas.microsoft.com/office/drawing/2014/main" id="{7B9D8D55-6B40-437B-9071-AF6A71E612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5876" y="2300582"/>
            <a:ext cx="5041900" cy="2749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485" name="Text Box 3">
            <a:extLst>
              <a:ext uri="{FF2B5EF4-FFF2-40B4-BE49-F238E27FC236}">
                <a16:creationId xmlns:a16="http://schemas.microsoft.com/office/drawing/2014/main" id="{9A0FEC25-60F8-4C29-B0D1-2669459353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67744" y="1317629"/>
            <a:ext cx="4979987" cy="661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zh-TW" altLang="en-US" dirty="0">
                <a:latin typeface="微軟正黑體" panose="020B0604030504040204" pitchFamily="34" charset="-120"/>
              </a:rPr>
              <a:t>模型馬達通常需要1A以上電流，請不要將馬達的電源接在Arduino板。</a:t>
            </a:r>
            <a:endParaRPr lang="en-US" altLang="en-US" dirty="0"/>
          </a:p>
        </p:txBody>
      </p:sp>
      <p:pic>
        <p:nvPicPr>
          <p:cNvPr id="7" name="Picture 26" descr="c17">
            <a:extLst>
              <a:ext uri="{FF2B5EF4-FFF2-40B4-BE49-F238E27FC236}">
                <a16:creationId xmlns:a16="http://schemas.microsoft.com/office/drawing/2014/main" id="{409775D6-1953-421B-A948-511562224B73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3501301" y="5696539"/>
            <a:ext cx="4591050" cy="8191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7DB6EF"/>
      </a:accent1>
      <a:accent2>
        <a:srgbClr val="C0504D"/>
      </a:accent2>
      <a:accent3>
        <a:srgbClr val="FFFFFF"/>
      </a:accent3>
      <a:accent4>
        <a:srgbClr val="000000"/>
      </a:accent4>
      <a:accent5>
        <a:srgbClr val="C0D7F5"/>
      </a:accent5>
      <a:accent6>
        <a:srgbClr val="AC4744"/>
      </a:accent6>
      <a:hlink>
        <a:srgbClr val="0066CC"/>
      </a:hlink>
      <a:folHlink>
        <a:srgbClr val="800080"/>
      </a:folHlink>
    </a:clrScheme>
    <a:fontScheme name="">
      <a:majorFont>
        <a:latin typeface="微軟正黑體"/>
        <a:ea typeface="微軟正黑體"/>
        <a:cs typeface=""/>
      </a:majorFont>
      <a:minorFont>
        <a:latin typeface="微軟正黑體"/>
        <a:ea typeface="微軟正黑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Custom Design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4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5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6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7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8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9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10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11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1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7DB6EF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FD7F6"/>
        </a:accent5>
        <a:accent6>
          <a:srgbClr val="AE4845"/>
        </a:accent6>
        <a:hlink>
          <a:srgbClr val="0066CC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_2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7DB6EF"/>
      </a:accent1>
      <a:accent2>
        <a:srgbClr val="C0504D"/>
      </a:accent2>
      <a:accent3>
        <a:srgbClr val="FFFFFF"/>
      </a:accent3>
      <a:accent4>
        <a:srgbClr val="000000"/>
      </a:accent4>
      <a:accent5>
        <a:srgbClr val="C0D7F5"/>
      </a:accent5>
      <a:accent6>
        <a:srgbClr val="AC4744"/>
      </a:accent6>
      <a:hlink>
        <a:srgbClr val="0066CC"/>
      </a:hlink>
      <a:folHlink>
        <a:srgbClr val="800080"/>
      </a:folHlink>
    </a:clrScheme>
    <a:fontScheme name="">
      <a:majorFont>
        <a:latin typeface="微軟正黑體"/>
        <a:ea typeface="微軟正黑體"/>
        <a:cs typeface=""/>
      </a:majorFont>
      <a:minorFont>
        <a:latin typeface="微軟正黑體"/>
        <a:ea typeface="微軟正黑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Custom Design_2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_2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_2 3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_2 4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_2 5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_2 6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_2 7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_2 8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_2 9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_2 10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_2 11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_2 1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7DB6EF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FD7F6"/>
        </a:accent5>
        <a:accent6>
          <a:srgbClr val="AE4845"/>
        </a:accent6>
        <a:hlink>
          <a:srgbClr val="0066CC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Custom 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7DB6EF"/>
      </a:accent1>
      <a:accent2>
        <a:srgbClr val="C0504D"/>
      </a:accent2>
      <a:accent3>
        <a:srgbClr val="FFFFFF"/>
      </a:accent3>
      <a:accent4>
        <a:srgbClr val="000000"/>
      </a:accent4>
      <a:accent5>
        <a:srgbClr val="C0D7F5"/>
      </a:accent5>
      <a:accent6>
        <a:srgbClr val="AC4744"/>
      </a:accent6>
      <a:hlink>
        <a:srgbClr val="0066CC"/>
      </a:hlink>
      <a:folHlink>
        <a:srgbClr val="800080"/>
      </a:folHlink>
    </a:clrScheme>
    <a:fontScheme name="">
      <a:majorFont>
        <a:latin typeface="微軟正黑體"/>
        <a:ea typeface="微軟正黑體"/>
        <a:cs typeface=""/>
      </a:majorFont>
      <a:minorFont>
        <a:latin typeface="微軟正黑體"/>
        <a:ea typeface="微軟正黑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1_Custom Design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ustom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ustom Design 3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ustom Design 4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ustom Design 5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ustom Design 6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ustom Design 7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ustom Design 8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ustom Design 9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ustom Design 10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ustom Design 11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ustom Design 1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7DB6EF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FD7F6"/>
        </a:accent5>
        <a:accent6>
          <a:srgbClr val="AE4845"/>
        </a:accent6>
        <a:hlink>
          <a:srgbClr val="0066CC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51</TotalTime>
  <Pages>0</Pages>
  <Words>789</Words>
  <Characters>0</Characters>
  <Application>Microsoft Office PowerPoint</Application>
  <PresentationFormat>如螢幕大小 (4:3)</PresentationFormat>
  <Lines>0</Lines>
  <Paragraphs>119</Paragraphs>
  <Slides>17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3</vt:i4>
      </vt:variant>
      <vt:variant>
        <vt:lpstr>投影片標題</vt:lpstr>
      </vt:variant>
      <vt:variant>
        <vt:i4>17</vt:i4>
      </vt:variant>
    </vt:vector>
  </HeadingPairs>
  <TitlesOfParts>
    <vt:vector size="25" baseType="lpstr">
      <vt:lpstr>微軟正黑體</vt:lpstr>
      <vt:lpstr>Arial</vt:lpstr>
      <vt:lpstr>Courier New</vt:lpstr>
      <vt:lpstr>Lucida Sans</vt:lpstr>
      <vt:lpstr>Wingdings</vt:lpstr>
      <vt:lpstr>Custom Design</vt:lpstr>
      <vt:lpstr>Custom Design_2</vt:lpstr>
      <vt:lpstr>1_Custom Design</vt:lpstr>
      <vt:lpstr>PowerPoint 簡報</vt:lpstr>
      <vt:lpstr>第十章 變頻控制LED燈光和馬達</vt:lpstr>
      <vt:lpstr>調節電壓變化</vt:lpstr>
      <vt:lpstr>省電節能又環保的PWM變頻技術</vt:lpstr>
      <vt:lpstr>類比輸出（PWM）指令(V)</vt:lpstr>
      <vt:lpstr>隨機數字與燭光效果</vt:lpstr>
      <vt:lpstr>UNO R4開發板的 PWM訊號與解析度</vt:lpstr>
      <vt:lpstr>parseInt()函式的參數說明</vt:lpstr>
      <vt:lpstr>每次讀取一行序列資料值</vt:lpstr>
      <vt:lpstr>透過序列埠調整燈光亮度</vt:lpstr>
      <vt:lpstr>認識直流馬達</vt:lpstr>
      <vt:lpstr>直流馬達的規格書</vt:lpstr>
      <vt:lpstr>齒輪箱和動力模型玩具</vt:lpstr>
      <vt:lpstr>認識電晶體元件</vt:lpstr>
      <vt:lpstr>NPN與PNP類型的電晶體</vt:lpstr>
      <vt:lpstr>電晶體馬達控制與調速器</vt:lpstr>
      <vt:lpstr>電晶體馬達控制與調速器</vt:lpstr>
    </vt:vector>
  </TitlesOfParts>
  <Manager/>
  <Company/>
  <LinksUpToDate>false</LinksUpToDate>
  <CharactersWithSpaces>0</CharactersWithSpaces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第十章 變頻控制LED燈光和馬達</dc:title>
  <dc:subject/>
  <dc:creator>趙英傑</dc:creator>
  <cp:keywords/>
  <dc:description/>
  <cp:lastModifiedBy>419</cp:lastModifiedBy>
  <cp:revision>49</cp:revision>
  <dcterms:created xsi:type="dcterms:W3CDTF">2013-06-01T22:45:21Z</dcterms:created>
  <dcterms:modified xsi:type="dcterms:W3CDTF">2025-11-10T11:54:06Z</dcterms:modified>
  <cp:category>超圖解Arduino互動設計入門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1033-10.2.0.5811</vt:lpwstr>
  </property>
</Properties>
</file>