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1" r:id="rId1"/>
    <p:sldMasterId id="2147483653" r:id="rId2"/>
    <p:sldMasterId id="2147483698" r:id="rId3"/>
  </p:sldMasterIdLst>
  <p:sldIdLst>
    <p:sldId id="256" r:id="rId4"/>
    <p:sldId id="268" r:id="rId5"/>
    <p:sldId id="261" r:id="rId6"/>
    <p:sldId id="276" r:id="rId7"/>
    <p:sldId id="262" r:id="rId8"/>
    <p:sldId id="275" r:id="rId9"/>
    <p:sldId id="263" r:id="rId10"/>
    <p:sldId id="264" r:id="rId11"/>
    <p:sldId id="277" r:id="rId12"/>
    <p:sldId id="278" r:id="rId13"/>
    <p:sldId id="279" r:id="rId14"/>
    <p:sldId id="265" r:id="rId15"/>
    <p:sldId id="266" r:id="rId16"/>
    <p:sldId id="280" r:id="rId17"/>
    <p:sldId id="282" r:id="rId18"/>
    <p:sldId id="283" r:id="rId19"/>
    <p:sldId id="281" r:id="rId2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7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60" autoAdjust="0"/>
  </p:normalViewPr>
  <p:slideViewPr>
    <p:cSldViewPr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7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1"/>
              <a:t>Click to edit Master subtitle style</a:t>
            </a:r>
          </a:p>
        </p:txBody>
      </p:sp>
      <p:sp>
        <p:nvSpPr>
          <p:cNvPr id="4" name="Footer Placeholder 3076">
            <a:extLst>
              <a:ext uri="{FF2B5EF4-FFF2-40B4-BE49-F238E27FC236}">
                <a16:creationId xmlns:a16="http://schemas.microsoft.com/office/drawing/2014/main" id="{A8E9F698-DFE6-4F88-A920-A93250362CD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3077">
            <a:extLst>
              <a:ext uri="{FF2B5EF4-FFF2-40B4-BE49-F238E27FC236}">
                <a16:creationId xmlns:a16="http://schemas.microsoft.com/office/drawing/2014/main" id="{CC7CDB90-2879-4144-96BD-9F424DEB9B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DCB4220-BD99-4D8C-8F8A-843BC685FDD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28249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Footer Placeholder 3076">
            <a:extLst>
              <a:ext uri="{FF2B5EF4-FFF2-40B4-BE49-F238E27FC236}">
                <a16:creationId xmlns:a16="http://schemas.microsoft.com/office/drawing/2014/main" id="{8056C879-53A2-46B6-BBAE-CF96F4D2CFD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3077">
            <a:extLst>
              <a:ext uri="{FF2B5EF4-FFF2-40B4-BE49-F238E27FC236}">
                <a16:creationId xmlns:a16="http://schemas.microsoft.com/office/drawing/2014/main" id="{B981E9B9-723C-4EB9-9170-92C0F0774E0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4FE1EBC-3074-4F58-B9A4-1375183AB3E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314069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4" name="Footer Placeholder 3076">
            <a:extLst>
              <a:ext uri="{FF2B5EF4-FFF2-40B4-BE49-F238E27FC236}">
                <a16:creationId xmlns:a16="http://schemas.microsoft.com/office/drawing/2014/main" id="{0087E6F7-E055-49CA-A81E-2B5EC4D6FB6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3077">
            <a:extLst>
              <a:ext uri="{FF2B5EF4-FFF2-40B4-BE49-F238E27FC236}">
                <a16:creationId xmlns:a16="http://schemas.microsoft.com/office/drawing/2014/main" id="{E134CC1B-C1C1-4306-9432-742DE731349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650989-7923-4275-B313-4D243F5D0B0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80435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41788" y="1600200"/>
            <a:ext cx="2227834" cy="4525963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0554" y="1600200"/>
            <a:ext cx="2227834" cy="4525963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5" name="Footer Placeholder 3076">
            <a:extLst>
              <a:ext uri="{FF2B5EF4-FFF2-40B4-BE49-F238E27FC236}">
                <a16:creationId xmlns:a16="http://schemas.microsoft.com/office/drawing/2014/main" id="{E7FAA6C1-7C8E-4E4A-AFEA-EAB9FF66EA6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3077">
            <a:extLst>
              <a:ext uri="{FF2B5EF4-FFF2-40B4-BE49-F238E27FC236}">
                <a16:creationId xmlns:a16="http://schemas.microsoft.com/office/drawing/2014/main" id="{EFAB37B1-256A-4675-8926-7E53BB733F4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ABE5569-989A-4729-937D-3E69F6F3726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28379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7" name="Footer Placeholder 3076">
            <a:extLst>
              <a:ext uri="{FF2B5EF4-FFF2-40B4-BE49-F238E27FC236}">
                <a16:creationId xmlns:a16="http://schemas.microsoft.com/office/drawing/2014/main" id="{47616132-BC5C-4F20-B42F-F2C043B078E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Slide Number Placeholder 3077">
            <a:extLst>
              <a:ext uri="{FF2B5EF4-FFF2-40B4-BE49-F238E27FC236}">
                <a16:creationId xmlns:a16="http://schemas.microsoft.com/office/drawing/2014/main" id="{EFCE4024-C60C-423A-BAB4-6AE571D2450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35910EE-F42B-4C1E-822B-0DD5B5AC7ED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27176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Footer Placeholder 3076">
            <a:extLst>
              <a:ext uri="{FF2B5EF4-FFF2-40B4-BE49-F238E27FC236}">
                <a16:creationId xmlns:a16="http://schemas.microsoft.com/office/drawing/2014/main" id="{A672CC03-7C86-4175-B155-180D79BC4B7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077">
            <a:extLst>
              <a:ext uri="{FF2B5EF4-FFF2-40B4-BE49-F238E27FC236}">
                <a16:creationId xmlns:a16="http://schemas.microsoft.com/office/drawing/2014/main" id="{22A27EE5-5766-4E90-A707-02B3041D184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98FFEAD-5A9D-4B8A-B49C-F76CFC5C2CC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08139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076">
            <a:extLst>
              <a:ext uri="{FF2B5EF4-FFF2-40B4-BE49-F238E27FC236}">
                <a16:creationId xmlns:a16="http://schemas.microsoft.com/office/drawing/2014/main" id="{78D6602C-BF0C-41B4-9F23-CC458952880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Slide Number Placeholder 3077">
            <a:extLst>
              <a:ext uri="{FF2B5EF4-FFF2-40B4-BE49-F238E27FC236}">
                <a16:creationId xmlns:a16="http://schemas.microsoft.com/office/drawing/2014/main" id="{0DDA8AF1-A9D4-44ED-A97A-04359C7A02B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E58843C-5AEC-4781-B108-9813B16EB0E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59646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5" name="Footer Placeholder 3076">
            <a:extLst>
              <a:ext uri="{FF2B5EF4-FFF2-40B4-BE49-F238E27FC236}">
                <a16:creationId xmlns:a16="http://schemas.microsoft.com/office/drawing/2014/main" id="{8EA5C57B-0F69-4098-8575-C75E8A4D138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3077">
            <a:extLst>
              <a:ext uri="{FF2B5EF4-FFF2-40B4-BE49-F238E27FC236}">
                <a16:creationId xmlns:a16="http://schemas.microsoft.com/office/drawing/2014/main" id="{68A49DDE-81AA-4234-A7DF-99CBE03C2FC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A13CD45-6B99-429C-8BCE-AAC949DF061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75477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5" name="Footer Placeholder 3076">
            <a:extLst>
              <a:ext uri="{FF2B5EF4-FFF2-40B4-BE49-F238E27FC236}">
                <a16:creationId xmlns:a16="http://schemas.microsoft.com/office/drawing/2014/main" id="{FEA58A57-6A82-4B2F-849C-0E2838779A3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3077">
            <a:extLst>
              <a:ext uri="{FF2B5EF4-FFF2-40B4-BE49-F238E27FC236}">
                <a16:creationId xmlns:a16="http://schemas.microsoft.com/office/drawing/2014/main" id="{D2ED336B-6028-4558-8EAB-604C8EB558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968234-9D94-4C1C-B8A5-9F8595B03DD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974987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Footer Placeholder 3076">
            <a:extLst>
              <a:ext uri="{FF2B5EF4-FFF2-40B4-BE49-F238E27FC236}">
                <a16:creationId xmlns:a16="http://schemas.microsoft.com/office/drawing/2014/main" id="{B7DC0EC1-75D7-47E0-9011-3AC3040B948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3077">
            <a:extLst>
              <a:ext uri="{FF2B5EF4-FFF2-40B4-BE49-F238E27FC236}">
                <a16:creationId xmlns:a16="http://schemas.microsoft.com/office/drawing/2014/main" id="{E8498389-39B0-4537-96EE-F70488A1D18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A7E499C-E1F6-48A4-B2B9-184EE4A5C05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836209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87344" y="274638"/>
            <a:ext cx="2001044" cy="5851525"/>
          </a:xfrm>
        </p:spPr>
        <p:txBody>
          <a:bodyPr vert="eaVert"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4213" y="274638"/>
            <a:ext cx="5887129" cy="5851525"/>
          </a:xfrm>
        </p:spPr>
        <p:txBody>
          <a:bodyPr vert="eaVert"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Footer Placeholder 3076">
            <a:extLst>
              <a:ext uri="{FF2B5EF4-FFF2-40B4-BE49-F238E27FC236}">
                <a16:creationId xmlns:a16="http://schemas.microsoft.com/office/drawing/2014/main" id="{D389060F-5CCE-41A2-9129-0E4499411D1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3077">
            <a:extLst>
              <a:ext uri="{FF2B5EF4-FFF2-40B4-BE49-F238E27FC236}">
                <a16:creationId xmlns:a16="http://schemas.microsoft.com/office/drawing/2014/main" id="{548D39B5-4E86-43D4-B0D3-52585B2BD53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9B57904-D6F1-465F-A371-54E4F734DD7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043583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1"/>
              <a:t>Click to edit Master subtitle style</a:t>
            </a:r>
          </a:p>
        </p:txBody>
      </p:sp>
      <p:sp>
        <p:nvSpPr>
          <p:cNvPr id="4" name="Date Placeholder 4100">
            <a:extLst>
              <a:ext uri="{FF2B5EF4-FFF2-40B4-BE49-F238E27FC236}">
                <a16:creationId xmlns:a16="http://schemas.microsoft.com/office/drawing/2014/main" id="{38D19BB9-5D48-4667-9817-684B233FA1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101">
            <a:extLst>
              <a:ext uri="{FF2B5EF4-FFF2-40B4-BE49-F238E27FC236}">
                <a16:creationId xmlns:a16="http://schemas.microsoft.com/office/drawing/2014/main" id="{0BFB4D64-650B-4F79-A26F-598655B60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4102">
            <a:extLst>
              <a:ext uri="{FF2B5EF4-FFF2-40B4-BE49-F238E27FC236}">
                <a16:creationId xmlns:a16="http://schemas.microsoft.com/office/drawing/2014/main" id="{7CEE3DCA-B0BF-4E1B-8D3F-F7E6D9302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07E4901-C81D-4489-B470-1367495A52F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5980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Date Placeholder 4100">
            <a:extLst>
              <a:ext uri="{FF2B5EF4-FFF2-40B4-BE49-F238E27FC236}">
                <a16:creationId xmlns:a16="http://schemas.microsoft.com/office/drawing/2014/main" id="{87747607-8948-44ED-8518-D93A7E07353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101">
            <a:extLst>
              <a:ext uri="{FF2B5EF4-FFF2-40B4-BE49-F238E27FC236}">
                <a16:creationId xmlns:a16="http://schemas.microsoft.com/office/drawing/2014/main" id="{59F3DE76-AFDA-45FD-BA9B-35CB8C66E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4102">
            <a:extLst>
              <a:ext uri="{FF2B5EF4-FFF2-40B4-BE49-F238E27FC236}">
                <a16:creationId xmlns:a16="http://schemas.microsoft.com/office/drawing/2014/main" id="{3E64AA99-9A0E-49C4-9A7E-704B45C56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3E3769E-BA4C-4953-A441-848A2F98941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4531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4" name="Date Placeholder 4100">
            <a:extLst>
              <a:ext uri="{FF2B5EF4-FFF2-40B4-BE49-F238E27FC236}">
                <a16:creationId xmlns:a16="http://schemas.microsoft.com/office/drawing/2014/main" id="{71B5F7E7-6492-4D15-8AC8-9198A281C77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101">
            <a:extLst>
              <a:ext uri="{FF2B5EF4-FFF2-40B4-BE49-F238E27FC236}">
                <a16:creationId xmlns:a16="http://schemas.microsoft.com/office/drawing/2014/main" id="{D51DAE91-9FC2-4514-9B5E-30B40406C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4102">
            <a:extLst>
              <a:ext uri="{FF2B5EF4-FFF2-40B4-BE49-F238E27FC236}">
                <a16:creationId xmlns:a16="http://schemas.microsoft.com/office/drawing/2014/main" id="{A3ABA6FF-4411-439C-BE5A-1474C5FEE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4BAEEEC-1636-4B2E-A86A-BBD7DEB337D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2673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5" name="Date Placeholder 4100">
            <a:extLst>
              <a:ext uri="{FF2B5EF4-FFF2-40B4-BE49-F238E27FC236}">
                <a16:creationId xmlns:a16="http://schemas.microsoft.com/office/drawing/2014/main" id="{3A0C212C-40E0-4D72-9163-E60A787E2FD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4101">
            <a:extLst>
              <a:ext uri="{FF2B5EF4-FFF2-40B4-BE49-F238E27FC236}">
                <a16:creationId xmlns:a16="http://schemas.microsoft.com/office/drawing/2014/main" id="{86BC0826-21FD-4BA8-8887-AC20E4132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4102">
            <a:extLst>
              <a:ext uri="{FF2B5EF4-FFF2-40B4-BE49-F238E27FC236}">
                <a16:creationId xmlns:a16="http://schemas.microsoft.com/office/drawing/2014/main" id="{A41C7465-94DB-47B6-ACBF-4C0890638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416718-81A3-461B-A832-8D1861905B0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6880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7" name="Date Placeholder 4100">
            <a:extLst>
              <a:ext uri="{FF2B5EF4-FFF2-40B4-BE49-F238E27FC236}">
                <a16:creationId xmlns:a16="http://schemas.microsoft.com/office/drawing/2014/main" id="{C2FAB73A-DDEC-492E-9477-B630019297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4101">
            <a:extLst>
              <a:ext uri="{FF2B5EF4-FFF2-40B4-BE49-F238E27FC236}">
                <a16:creationId xmlns:a16="http://schemas.microsoft.com/office/drawing/2014/main" id="{A608654E-3275-4C9E-9394-D34E87D22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4102">
            <a:extLst>
              <a:ext uri="{FF2B5EF4-FFF2-40B4-BE49-F238E27FC236}">
                <a16:creationId xmlns:a16="http://schemas.microsoft.com/office/drawing/2014/main" id="{FE56E90F-CA63-45C6-B3D5-821DB40BE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D505AEA-F942-4DFD-8DE0-8AC374081F2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5372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Date Placeholder 4100">
            <a:extLst>
              <a:ext uri="{FF2B5EF4-FFF2-40B4-BE49-F238E27FC236}">
                <a16:creationId xmlns:a16="http://schemas.microsoft.com/office/drawing/2014/main" id="{AA43E6C8-EEBB-48E6-A8EF-2645DA3163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4101">
            <a:extLst>
              <a:ext uri="{FF2B5EF4-FFF2-40B4-BE49-F238E27FC236}">
                <a16:creationId xmlns:a16="http://schemas.microsoft.com/office/drawing/2014/main" id="{F2767C72-1DCB-4D03-B6BF-2A86EF6B9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102">
            <a:extLst>
              <a:ext uri="{FF2B5EF4-FFF2-40B4-BE49-F238E27FC236}">
                <a16:creationId xmlns:a16="http://schemas.microsoft.com/office/drawing/2014/main" id="{D8FFE608-8882-4991-A1D5-4BFFA1BDB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F7F249E-62DB-49CF-8005-556EA19E594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0613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4100">
            <a:extLst>
              <a:ext uri="{FF2B5EF4-FFF2-40B4-BE49-F238E27FC236}">
                <a16:creationId xmlns:a16="http://schemas.microsoft.com/office/drawing/2014/main" id="{1B88F8EC-518E-4838-9B94-BDF797AA3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4101">
            <a:extLst>
              <a:ext uri="{FF2B5EF4-FFF2-40B4-BE49-F238E27FC236}">
                <a16:creationId xmlns:a16="http://schemas.microsoft.com/office/drawing/2014/main" id="{D8C679C1-658F-4F95-8295-02739B7E8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4102">
            <a:extLst>
              <a:ext uri="{FF2B5EF4-FFF2-40B4-BE49-F238E27FC236}">
                <a16:creationId xmlns:a16="http://schemas.microsoft.com/office/drawing/2014/main" id="{77109950-DF0D-4DDA-A8B0-02A62E231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5DE6027-4C95-4C92-8FE5-AB9BBE660D5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6787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5" name="Date Placeholder 4100">
            <a:extLst>
              <a:ext uri="{FF2B5EF4-FFF2-40B4-BE49-F238E27FC236}">
                <a16:creationId xmlns:a16="http://schemas.microsoft.com/office/drawing/2014/main" id="{FBE7E06D-3C23-4425-9F1D-C36D309265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4101">
            <a:extLst>
              <a:ext uri="{FF2B5EF4-FFF2-40B4-BE49-F238E27FC236}">
                <a16:creationId xmlns:a16="http://schemas.microsoft.com/office/drawing/2014/main" id="{764955B4-6EF3-4E88-B798-BA0A2B366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4102">
            <a:extLst>
              <a:ext uri="{FF2B5EF4-FFF2-40B4-BE49-F238E27FC236}">
                <a16:creationId xmlns:a16="http://schemas.microsoft.com/office/drawing/2014/main" id="{A1A1FB13-6448-4E55-9A9D-0D9562938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9057EE1-69AA-4318-8DC1-DE6D30F2504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5663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5" name="Date Placeholder 4100">
            <a:extLst>
              <a:ext uri="{FF2B5EF4-FFF2-40B4-BE49-F238E27FC236}">
                <a16:creationId xmlns:a16="http://schemas.microsoft.com/office/drawing/2014/main" id="{6F65AB4F-9C7C-422E-AD6B-DD2498C8407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4101">
            <a:extLst>
              <a:ext uri="{FF2B5EF4-FFF2-40B4-BE49-F238E27FC236}">
                <a16:creationId xmlns:a16="http://schemas.microsoft.com/office/drawing/2014/main" id="{C3A2CE43-0755-44D4-8CE4-AC67821EE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4102">
            <a:extLst>
              <a:ext uri="{FF2B5EF4-FFF2-40B4-BE49-F238E27FC236}">
                <a16:creationId xmlns:a16="http://schemas.microsoft.com/office/drawing/2014/main" id="{797D35FC-44BB-43AA-A393-0494D5351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20B219E-2243-4D5A-A19B-F13FDB818EE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86209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Date Placeholder 4100">
            <a:extLst>
              <a:ext uri="{FF2B5EF4-FFF2-40B4-BE49-F238E27FC236}">
                <a16:creationId xmlns:a16="http://schemas.microsoft.com/office/drawing/2014/main" id="{3A47CEAD-C712-4C38-9E22-FB0C04D563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101">
            <a:extLst>
              <a:ext uri="{FF2B5EF4-FFF2-40B4-BE49-F238E27FC236}">
                <a16:creationId xmlns:a16="http://schemas.microsoft.com/office/drawing/2014/main" id="{A33D10AA-BBA1-4477-A68F-09F02E973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4102">
            <a:extLst>
              <a:ext uri="{FF2B5EF4-FFF2-40B4-BE49-F238E27FC236}">
                <a16:creationId xmlns:a16="http://schemas.microsoft.com/office/drawing/2014/main" id="{D5F23AFC-7700-4B0C-A5F9-8832387DD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31FCDB3-52F0-400E-8744-AEA2F3209F7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77351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37760" y="101600"/>
            <a:ext cx="2126853" cy="6024563"/>
          </a:xfrm>
        </p:spPr>
        <p:txBody>
          <a:bodyPr vert="eaVert"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01600"/>
            <a:ext cx="6257264" cy="6024563"/>
          </a:xfrm>
        </p:spPr>
        <p:txBody>
          <a:bodyPr vert="eaVert"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Date Placeholder 4100">
            <a:extLst>
              <a:ext uri="{FF2B5EF4-FFF2-40B4-BE49-F238E27FC236}">
                <a16:creationId xmlns:a16="http://schemas.microsoft.com/office/drawing/2014/main" id="{0C21940E-9043-458F-9CC1-22161C8A092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101">
            <a:extLst>
              <a:ext uri="{FF2B5EF4-FFF2-40B4-BE49-F238E27FC236}">
                <a16:creationId xmlns:a16="http://schemas.microsoft.com/office/drawing/2014/main" id="{AF69E1AE-6929-4DE8-9FBF-3E0FD93CA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4102">
            <a:extLst>
              <a:ext uri="{FF2B5EF4-FFF2-40B4-BE49-F238E27FC236}">
                <a16:creationId xmlns:a16="http://schemas.microsoft.com/office/drawing/2014/main" id="{69020D9C-E860-4AC6-9D8E-081FD741A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2125CDB-C447-400B-B0C8-2457E57C3C8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03319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1"/>
              <a:t>Click to edit Master subtitle style</a:t>
            </a:r>
          </a:p>
        </p:txBody>
      </p:sp>
      <p:sp>
        <p:nvSpPr>
          <p:cNvPr id="4" name="Footer Placeholder 3076">
            <a:extLst>
              <a:ext uri="{FF2B5EF4-FFF2-40B4-BE49-F238E27FC236}">
                <a16:creationId xmlns:a16="http://schemas.microsoft.com/office/drawing/2014/main" id="{D89D258E-9660-4C83-BB9D-A3A902F2A0F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3077">
            <a:extLst>
              <a:ext uri="{FF2B5EF4-FFF2-40B4-BE49-F238E27FC236}">
                <a16:creationId xmlns:a16="http://schemas.microsoft.com/office/drawing/2014/main" id="{60EA3B46-AC37-4A34-B307-D68227A3781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8EEA8FD-1959-4127-87D5-0AA54E8EB13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81047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Footer Placeholder 3076">
            <a:extLst>
              <a:ext uri="{FF2B5EF4-FFF2-40B4-BE49-F238E27FC236}">
                <a16:creationId xmlns:a16="http://schemas.microsoft.com/office/drawing/2014/main" id="{BAD17571-20E1-412C-91DE-96F5D31D323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3077">
            <a:extLst>
              <a:ext uri="{FF2B5EF4-FFF2-40B4-BE49-F238E27FC236}">
                <a16:creationId xmlns:a16="http://schemas.microsoft.com/office/drawing/2014/main" id="{7F6F82A3-75C7-405F-9AB6-898CAF6B4C7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F37D161-F2CE-4C72-94FA-ACF5B3C97DE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29258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4" name="Footer Placeholder 3076">
            <a:extLst>
              <a:ext uri="{FF2B5EF4-FFF2-40B4-BE49-F238E27FC236}">
                <a16:creationId xmlns:a16="http://schemas.microsoft.com/office/drawing/2014/main" id="{A53EF3B0-89AF-4CD8-8BBF-B89548F4F4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3077">
            <a:extLst>
              <a:ext uri="{FF2B5EF4-FFF2-40B4-BE49-F238E27FC236}">
                <a16:creationId xmlns:a16="http://schemas.microsoft.com/office/drawing/2014/main" id="{FF9930B0-3ADE-457F-862F-922C402AAD3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0378AE8-8884-4F3B-AB11-F37B8E605DC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53955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41788" y="1600200"/>
            <a:ext cx="2227834" cy="4525963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0554" y="1600200"/>
            <a:ext cx="2227834" cy="4525963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5" name="Footer Placeholder 3076">
            <a:extLst>
              <a:ext uri="{FF2B5EF4-FFF2-40B4-BE49-F238E27FC236}">
                <a16:creationId xmlns:a16="http://schemas.microsoft.com/office/drawing/2014/main" id="{7C46DA94-DC66-4D52-BB91-17385BC2AC9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3077">
            <a:extLst>
              <a:ext uri="{FF2B5EF4-FFF2-40B4-BE49-F238E27FC236}">
                <a16:creationId xmlns:a16="http://schemas.microsoft.com/office/drawing/2014/main" id="{736413AE-A350-4031-9485-901D811F534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30DA033-6386-44C0-B8CA-06854B9C571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30871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7" name="Footer Placeholder 3076">
            <a:extLst>
              <a:ext uri="{FF2B5EF4-FFF2-40B4-BE49-F238E27FC236}">
                <a16:creationId xmlns:a16="http://schemas.microsoft.com/office/drawing/2014/main" id="{D13C7BF6-9C08-48E8-940D-9FF32A48D19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Slide Number Placeholder 3077">
            <a:extLst>
              <a:ext uri="{FF2B5EF4-FFF2-40B4-BE49-F238E27FC236}">
                <a16:creationId xmlns:a16="http://schemas.microsoft.com/office/drawing/2014/main" id="{8E9325C2-37E0-45AB-BCF5-4543C516DC4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6E7B95-2AF1-47D5-B6B9-78DCE0A1E61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81276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Footer Placeholder 3076">
            <a:extLst>
              <a:ext uri="{FF2B5EF4-FFF2-40B4-BE49-F238E27FC236}">
                <a16:creationId xmlns:a16="http://schemas.microsoft.com/office/drawing/2014/main" id="{C0A4FB0B-289D-4E9F-8661-B42C325EAA7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077">
            <a:extLst>
              <a:ext uri="{FF2B5EF4-FFF2-40B4-BE49-F238E27FC236}">
                <a16:creationId xmlns:a16="http://schemas.microsoft.com/office/drawing/2014/main" id="{F5876428-2834-4CC4-B9E8-B1D0282FF3F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142D0D9-8303-448A-AFD1-7658B774C09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6908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076">
            <a:extLst>
              <a:ext uri="{FF2B5EF4-FFF2-40B4-BE49-F238E27FC236}">
                <a16:creationId xmlns:a16="http://schemas.microsoft.com/office/drawing/2014/main" id="{23F02204-1F2D-46DE-9068-AD3AE94730C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Slide Number Placeholder 3077">
            <a:extLst>
              <a:ext uri="{FF2B5EF4-FFF2-40B4-BE49-F238E27FC236}">
                <a16:creationId xmlns:a16="http://schemas.microsoft.com/office/drawing/2014/main" id="{2DC46F0C-5393-445E-9BDA-001C78DDFE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EF0DFD9-7C90-4560-B97B-9AE81BB2067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3446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5" name="Footer Placeholder 3076">
            <a:extLst>
              <a:ext uri="{FF2B5EF4-FFF2-40B4-BE49-F238E27FC236}">
                <a16:creationId xmlns:a16="http://schemas.microsoft.com/office/drawing/2014/main" id="{13B5EB1C-B218-4562-B321-BA75C986BDE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3077">
            <a:extLst>
              <a:ext uri="{FF2B5EF4-FFF2-40B4-BE49-F238E27FC236}">
                <a16:creationId xmlns:a16="http://schemas.microsoft.com/office/drawing/2014/main" id="{0FED6FB8-3EC3-42A4-806E-65026D32AB9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3C8BDAF-6A09-4BD1-9144-98A7EE5AF77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52999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5" name="Footer Placeholder 3076">
            <a:extLst>
              <a:ext uri="{FF2B5EF4-FFF2-40B4-BE49-F238E27FC236}">
                <a16:creationId xmlns:a16="http://schemas.microsoft.com/office/drawing/2014/main" id="{204A659E-5D31-412E-AC0E-01E40FF990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3077">
            <a:extLst>
              <a:ext uri="{FF2B5EF4-FFF2-40B4-BE49-F238E27FC236}">
                <a16:creationId xmlns:a16="http://schemas.microsoft.com/office/drawing/2014/main" id="{4D055834-4079-4A83-A72C-84F55E2D67C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574E4BF-2AFB-47B4-8596-FF1D7CA044F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73447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Footer Placeholder 3076">
            <a:extLst>
              <a:ext uri="{FF2B5EF4-FFF2-40B4-BE49-F238E27FC236}">
                <a16:creationId xmlns:a16="http://schemas.microsoft.com/office/drawing/2014/main" id="{41D7B7FD-DF61-441E-8FB0-C9B9BB5CBDC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3077">
            <a:extLst>
              <a:ext uri="{FF2B5EF4-FFF2-40B4-BE49-F238E27FC236}">
                <a16:creationId xmlns:a16="http://schemas.microsoft.com/office/drawing/2014/main" id="{BAFDF13A-912C-4579-A2EC-1B800FB4725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3917A16-5981-4B65-8325-044351C747C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64061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87344" y="274638"/>
            <a:ext cx="2001044" cy="5851525"/>
          </a:xfrm>
        </p:spPr>
        <p:txBody>
          <a:bodyPr vert="eaVert"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4213" y="274638"/>
            <a:ext cx="5887129" cy="5851525"/>
          </a:xfrm>
        </p:spPr>
        <p:txBody>
          <a:bodyPr vert="eaVert"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Footer Placeholder 3076">
            <a:extLst>
              <a:ext uri="{FF2B5EF4-FFF2-40B4-BE49-F238E27FC236}">
                <a16:creationId xmlns:a16="http://schemas.microsoft.com/office/drawing/2014/main" id="{F5F6D5BF-CAAF-4E7E-AD74-9990DDC6ACC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3077">
            <a:extLst>
              <a:ext uri="{FF2B5EF4-FFF2-40B4-BE49-F238E27FC236}">
                <a16:creationId xmlns:a16="http://schemas.microsoft.com/office/drawing/2014/main" id="{0C7D125A-3A86-4729-A571-1E55F70450F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6DFAB85-53DB-4A61-9383-0DB763D2281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67831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225EE974-82C5-7B18-32BE-C8B2A630FF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" y="0"/>
            <a:ext cx="91417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222061"/>
      </p:ext>
    </p:extLst>
  </p:cSld>
  <p:clrMapOvr>
    <a:masterClrMapping/>
  </p:clrMapOvr>
  <p:hf sldNum="0" hd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3073" descr="hand">
            <a:extLst>
              <a:ext uri="{FF2B5EF4-FFF2-40B4-BE49-F238E27FC236}">
                <a16:creationId xmlns:a16="http://schemas.microsoft.com/office/drawing/2014/main" id="{209511B9-7693-44EB-9C51-E6856BB0FA4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46088" y="1720850"/>
            <a:ext cx="4656138" cy="602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Title 3074">
            <a:extLst>
              <a:ext uri="{FF2B5EF4-FFF2-40B4-BE49-F238E27FC236}">
                <a16:creationId xmlns:a16="http://schemas.microsoft.com/office/drawing/2014/main" id="{7EAE5FF5-7C1C-45DB-9C40-05FCF232CF0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84213" y="274638"/>
            <a:ext cx="800258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Text Placeholder 3075">
            <a:extLst>
              <a:ext uri="{FF2B5EF4-FFF2-40B4-BE49-F238E27FC236}">
                <a16:creationId xmlns:a16="http://schemas.microsoft.com/office/drawing/2014/main" id="{15920840-E2D3-4F08-AAE9-53D978FF9B1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141788" y="1600200"/>
            <a:ext cx="4546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3077" name="Footer Placeholder 3076">
            <a:extLst>
              <a:ext uri="{FF2B5EF4-FFF2-40B4-BE49-F238E27FC236}">
                <a16:creationId xmlns:a16="http://schemas.microsoft.com/office/drawing/2014/main" id="{283AE78F-014D-4014-9668-C312F815D4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en-US"/>
          </a:p>
        </p:txBody>
      </p:sp>
      <p:sp>
        <p:nvSpPr>
          <p:cNvPr id="3078" name="Slide Number Placeholder 3077">
            <a:extLst>
              <a:ext uri="{FF2B5EF4-FFF2-40B4-BE49-F238E27FC236}">
                <a16:creationId xmlns:a16="http://schemas.microsoft.com/office/drawing/2014/main" id="{1036A9CB-1622-450D-A487-BDE68418FB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6FB5B8DE-5FD1-40FA-99F5-68F77CF1DCAB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1" r:id="rId2"/>
    <p:sldLayoutId id="2147483730" r:id="rId3"/>
    <p:sldLayoutId id="2147483729" r:id="rId4"/>
    <p:sldLayoutId id="2147483728" r:id="rId5"/>
    <p:sldLayoutId id="2147483727" r:id="rId6"/>
    <p:sldLayoutId id="2147483726" r:id="rId7"/>
    <p:sldLayoutId id="2147483725" r:id="rId8"/>
    <p:sldLayoutId id="2147483724" r:id="rId9"/>
    <p:sldLayoutId id="2147483723" r:id="rId10"/>
    <p:sldLayoutId id="2147483722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2pPr>
      <a:lvl3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3pPr>
      <a:lvl4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4pPr>
      <a:lvl5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rtl="0" fontAlgn="base">
        <a:spcBef>
          <a:spcPct val="20000"/>
        </a:spcBef>
        <a:spcAft>
          <a:spcPct val="0"/>
        </a:spcAft>
        <a:buChar char="–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rtl="0" fontAlgn="base">
        <a:spcBef>
          <a:spcPct val="20000"/>
        </a:spcBef>
        <a:spcAft>
          <a:spcPct val="0"/>
        </a:spcAft>
        <a:buChar char="•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rtl="0" fontAlgn="base">
        <a:spcBef>
          <a:spcPct val="20000"/>
        </a:spcBef>
        <a:spcAft>
          <a:spcPct val="0"/>
        </a:spcAft>
        <a:buChar char="–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rtl="0" fontAlgn="base">
        <a:spcBef>
          <a:spcPct val="20000"/>
        </a:spcBef>
        <a:spcAft>
          <a:spcPct val="0"/>
        </a:spcAft>
        <a:buChar char="»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1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1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1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1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4097" descr="title">
            <a:extLst>
              <a:ext uri="{FF2B5EF4-FFF2-40B4-BE49-F238E27FC236}">
                <a16:creationId xmlns:a16="http://schemas.microsoft.com/office/drawing/2014/main" id="{2B1A1429-DA17-48FF-9D8D-1015B019DC7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124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Title 4098">
            <a:extLst>
              <a:ext uri="{FF2B5EF4-FFF2-40B4-BE49-F238E27FC236}">
                <a16:creationId xmlns:a16="http://schemas.microsoft.com/office/drawing/2014/main" id="{4E5836E7-817C-4C23-BD33-27877739B07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2195513" y="101600"/>
            <a:ext cx="67691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2" name="Text Placeholder 4099">
            <a:extLst>
              <a:ext uri="{FF2B5EF4-FFF2-40B4-BE49-F238E27FC236}">
                <a16:creationId xmlns:a16="http://schemas.microsoft.com/office/drawing/2014/main" id="{223C9DDB-CD0C-4E49-B8AF-9341C705B7D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101" name="Date Placeholder 4100">
            <a:extLst>
              <a:ext uri="{FF2B5EF4-FFF2-40B4-BE49-F238E27FC236}">
                <a16:creationId xmlns:a16="http://schemas.microsoft.com/office/drawing/2014/main" id="{F9F01030-57EC-4DD1-A8FF-534DCC36A0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 noProof="1"/>
            </a:lvl1pPr>
          </a:lstStyle>
          <a:p>
            <a:endParaRPr lang="en-US"/>
          </a:p>
        </p:txBody>
      </p:sp>
      <p:sp>
        <p:nvSpPr>
          <p:cNvPr id="4102" name="Footer Placeholder 4101">
            <a:extLst>
              <a:ext uri="{FF2B5EF4-FFF2-40B4-BE49-F238E27FC236}">
                <a16:creationId xmlns:a16="http://schemas.microsoft.com/office/drawing/2014/main" id="{2934E610-70BE-41B6-A4BC-10D5C7F738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 noProof="1"/>
            </a:lvl1pPr>
          </a:lstStyle>
          <a:p>
            <a:endParaRPr lang="en-US"/>
          </a:p>
        </p:txBody>
      </p:sp>
      <p:sp>
        <p:nvSpPr>
          <p:cNvPr id="4103" name="Slide Number Placeholder 4102">
            <a:extLst>
              <a:ext uri="{FF2B5EF4-FFF2-40B4-BE49-F238E27FC236}">
                <a16:creationId xmlns:a16="http://schemas.microsoft.com/office/drawing/2014/main" id="{9662078F-8754-41ED-9E77-4C2F1DFA82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 noProof="1">
                <a:ea typeface="Arial" panose="020B0604020202020204" pitchFamily="34" charset="0"/>
                <a:cs typeface="+mn-ea"/>
              </a:defRPr>
            </a:lvl1pPr>
          </a:lstStyle>
          <a:p>
            <a:fld id="{62E3A97C-C6CE-4126-AAD7-43994F467A27}" type="slidenum">
              <a:rPr lang="en-US"/>
              <a:pPr/>
              <a:t>‹#›</a:t>
            </a:fld>
            <a:endParaRPr lang="en-US">
              <a:ea typeface="+mn-ea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42" r:id="rId2"/>
    <p:sldLayoutId id="2147483741" r:id="rId3"/>
    <p:sldLayoutId id="2147483740" r:id="rId4"/>
    <p:sldLayoutId id="2147483739" r:id="rId5"/>
    <p:sldLayoutId id="2147483738" r:id="rId6"/>
    <p:sldLayoutId id="2147483737" r:id="rId7"/>
    <p:sldLayoutId id="2147483736" r:id="rId8"/>
    <p:sldLayoutId id="2147483735" r:id="rId9"/>
    <p:sldLayoutId id="2147483734" r:id="rId10"/>
    <p:sldLayoutId id="2147483733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44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2pPr>
      <a:lvl3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3pPr>
      <a:lvl4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4pPr>
      <a:lvl5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3074">
            <a:extLst>
              <a:ext uri="{FF2B5EF4-FFF2-40B4-BE49-F238E27FC236}">
                <a16:creationId xmlns:a16="http://schemas.microsoft.com/office/drawing/2014/main" id="{83F20D1F-D4E2-46EF-AC5D-FA6235993C8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84213" y="274638"/>
            <a:ext cx="800258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4099" name="Text Placeholder 3075">
            <a:extLst>
              <a:ext uri="{FF2B5EF4-FFF2-40B4-BE49-F238E27FC236}">
                <a16:creationId xmlns:a16="http://schemas.microsoft.com/office/drawing/2014/main" id="{EA649935-FBD7-4572-BB6F-D876D357A1A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141788" y="1600200"/>
            <a:ext cx="4546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3077" name="Footer Placeholder 3076">
            <a:extLst>
              <a:ext uri="{FF2B5EF4-FFF2-40B4-BE49-F238E27FC236}">
                <a16:creationId xmlns:a16="http://schemas.microsoft.com/office/drawing/2014/main" id="{2E840194-7152-4F94-A937-96D688CBBC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 noProof="1"/>
            </a:lvl1pPr>
          </a:lstStyle>
          <a:p>
            <a:endParaRPr lang="en-US"/>
          </a:p>
        </p:txBody>
      </p:sp>
      <p:sp>
        <p:nvSpPr>
          <p:cNvPr id="3078" name="Slide Number Placeholder 3077">
            <a:extLst>
              <a:ext uri="{FF2B5EF4-FFF2-40B4-BE49-F238E27FC236}">
                <a16:creationId xmlns:a16="http://schemas.microsoft.com/office/drawing/2014/main" id="{718BB8B1-7E7E-4D13-B3C9-1997659377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 noProof="1">
                <a:ea typeface="Arial" panose="020B0604020202020204" pitchFamily="34" charset="0"/>
                <a:cs typeface="+mn-ea"/>
              </a:defRPr>
            </a:lvl1pPr>
          </a:lstStyle>
          <a:p>
            <a:fld id="{041D9112-02FC-446F-8632-F1F5C53FF73D}" type="slidenum">
              <a:rPr lang="en-US"/>
              <a:pPr/>
              <a:t>‹#›</a:t>
            </a:fld>
            <a:endParaRPr lang="en-US">
              <a:ea typeface="+mn-ea"/>
              <a:cs typeface="Arial" panose="020B0604020202020204" pitchFamily="34" charset="0"/>
            </a:endParaRP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7BDAE61D-1B97-B498-D719-5318013BA6E3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565" y="2492896"/>
            <a:ext cx="2286959" cy="312551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3" r:id="rId2"/>
    <p:sldLayoutId id="2147483762" r:id="rId3"/>
    <p:sldLayoutId id="2147483761" r:id="rId4"/>
    <p:sldLayoutId id="2147483760" r:id="rId5"/>
    <p:sldLayoutId id="2147483759" r:id="rId6"/>
    <p:sldLayoutId id="2147483758" r:id="rId7"/>
    <p:sldLayoutId id="2147483757" r:id="rId8"/>
    <p:sldLayoutId id="2147483756" r:id="rId9"/>
    <p:sldLayoutId id="2147483755" r:id="rId10"/>
    <p:sldLayoutId id="2147483754" r:id="rId11"/>
    <p:sldLayoutId id="2147483765" r:id="rId12"/>
  </p:sldLayoutIdLst>
  <p:txStyles>
    <p:titleStyle>
      <a:lvl1pPr algn="ctr" rtl="0" fontAlgn="base">
        <a:spcBef>
          <a:spcPct val="0"/>
        </a:spcBef>
        <a:spcAft>
          <a:spcPct val="0"/>
        </a:spcAft>
        <a:defRPr sz="44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2pPr>
      <a:lvl3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3pPr>
      <a:lvl4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4pPr>
      <a:lvl5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rtl="0" fontAlgn="base">
        <a:spcBef>
          <a:spcPct val="20000"/>
        </a:spcBef>
        <a:spcAft>
          <a:spcPct val="0"/>
        </a:spcAft>
        <a:buChar char="–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rtl="0" fontAlgn="base">
        <a:spcBef>
          <a:spcPct val="20000"/>
        </a:spcBef>
        <a:spcAft>
          <a:spcPct val="0"/>
        </a:spcAft>
        <a:buChar char="•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rtl="0" fontAlgn="base">
        <a:spcBef>
          <a:spcPct val="20000"/>
        </a:spcBef>
        <a:spcAft>
          <a:spcPct val="0"/>
        </a:spcAft>
        <a:buChar char="–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rtl="0" fontAlgn="base">
        <a:spcBef>
          <a:spcPct val="20000"/>
        </a:spcBef>
        <a:spcAft>
          <a:spcPct val="0"/>
        </a:spcAft>
        <a:buChar char="»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1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1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1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1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itle 7169">
            <a:extLst>
              <a:ext uri="{FF2B5EF4-FFF2-40B4-BE49-F238E27FC236}">
                <a16:creationId xmlns:a16="http://schemas.microsoft.com/office/drawing/2014/main" id="{2FD56A4C-F522-4BC8-B9DF-0C09A631C5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第八章 類比信號處理與</a:t>
            </a:r>
            <a:br>
              <a:rPr lang="en-US" altLang="zh-TW" dirty="0"/>
            </a:br>
            <a:r>
              <a:rPr lang="zh-TW" altLang="en-US" dirty="0"/>
              <a:t>運算放大器（</a:t>
            </a:r>
            <a:r>
              <a:rPr lang="en-US" altLang="zh-TW" dirty="0"/>
              <a:t>OPA</a:t>
            </a:r>
            <a:r>
              <a:rPr lang="zh-TW" altLang="en-US" dirty="0"/>
              <a:t>）</a:t>
            </a:r>
          </a:p>
        </p:txBody>
      </p:sp>
      <p:sp>
        <p:nvSpPr>
          <p:cNvPr id="7170" name="Text Placeholder 7170">
            <a:extLst>
              <a:ext uri="{FF2B5EF4-FFF2-40B4-BE49-F238E27FC236}">
                <a16:creationId xmlns:a16="http://schemas.microsoft.com/office/drawing/2014/main" id="{EFC301B4-C6E0-4FA8-9031-C25820642CC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779912" y="1783357"/>
            <a:ext cx="4908476" cy="4525963"/>
          </a:xfrm>
        </p:spPr>
        <p:txBody>
          <a:bodyPr/>
          <a:lstStyle/>
          <a:p>
            <a:r>
              <a:rPr lang="zh-TW" altLang="en-US" sz="2800" dirty="0"/>
              <a:t>讀取類比值</a:t>
            </a:r>
          </a:p>
          <a:p>
            <a:r>
              <a:rPr lang="zh-CN" altLang="en-US" sz="2800" dirty="0"/>
              <a:t>從序列埠讀取類比輸入值</a:t>
            </a:r>
          </a:p>
          <a:p>
            <a:r>
              <a:rPr lang="zh-CN" altLang="en-US" sz="2800" dirty="0"/>
              <a:t>使用光敏電阻製作小夜燈</a:t>
            </a:r>
            <a:endParaRPr lang="zh-TW" altLang="en-US" sz="2800" dirty="0"/>
          </a:p>
          <a:p>
            <a:r>
              <a:rPr lang="zh-TW" altLang="en-US" sz="2800" dirty="0"/>
              <a:t>認識運算放大器</a:t>
            </a:r>
          </a:p>
          <a:p>
            <a:r>
              <a:rPr lang="zh-TW" altLang="en-US" sz="2800" dirty="0"/>
              <a:t>拍手控制開關</a:t>
            </a:r>
            <a:endParaRPr lang="en-US" altLang="zh-TW" sz="2800" dirty="0"/>
          </a:p>
          <a:p>
            <a:r>
              <a:rPr lang="zh-TW" altLang="en-US" sz="2800" dirty="0"/>
              <a:t>克希荷夫電路定律</a:t>
            </a:r>
            <a:endParaRPr lang="en-US" altLang="zh-TW" sz="2800" dirty="0"/>
          </a:p>
          <a:p>
            <a:r>
              <a:rPr lang="en-US" altLang="zh-TW" sz="2800" dirty="0"/>
              <a:t>Arduino UNO R4</a:t>
            </a:r>
            <a:r>
              <a:rPr lang="zh-TW" altLang="en-US" sz="2800" dirty="0"/>
              <a:t>微控器內建的運算放大器</a:t>
            </a:r>
          </a:p>
        </p:txBody>
      </p:sp>
    </p:spTree>
  </p:cSld>
  <p:clrMapOvr>
    <a:masterClrMapping/>
  </p:clrMapOvr>
  <p:transition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Title 8193">
            <a:extLst>
              <a:ext uri="{FF2B5EF4-FFF2-40B4-BE49-F238E27FC236}">
                <a16:creationId xmlns:a16="http://schemas.microsoft.com/office/drawing/2014/main" id="{F974F4F2-B037-4984-8094-A4A95847FB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讀取類比值</a:t>
            </a:r>
            <a:endParaRPr lang="zh-CN" altLang="en-US"/>
          </a:p>
        </p:txBody>
      </p:sp>
      <p:pic>
        <p:nvPicPr>
          <p:cNvPr id="8194" name="Picture 8194" descr="a2">
            <a:extLst>
              <a:ext uri="{FF2B5EF4-FFF2-40B4-BE49-F238E27FC236}">
                <a16:creationId xmlns:a16="http://schemas.microsoft.com/office/drawing/2014/main" id="{7613D936-24D5-4E1E-8B8D-57ABA577E7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8613" y="3789363"/>
            <a:ext cx="6096000" cy="145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Picture 8195" descr="a3">
            <a:extLst>
              <a:ext uri="{FF2B5EF4-FFF2-40B4-BE49-F238E27FC236}">
                <a16:creationId xmlns:a16="http://schemas.microsoft.com/office/drawing/2014/main" id="{5A39E09D-F84B-41A9-9ED3-FAC4D6F630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0" y="5805488"/>
            <a:ext cx="5495925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6" name="Text Box 8196">
            <a:extLst>
              <a:ext uri="{FF2B5EF4-FFF2-40B4-BE49-F238E27FC236}">
                <a16:creationId xmlns:a16="http://schemas.microsoft.com/office/drawing/2014/main" id="{1B0F2B86-1900-43E9-8C99-EB79F0E48C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550" y="1557338"/>
            <a:ext cx="2938463" cy="1189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微軟正黑體" panose="020B0604030504040204" pitchFamily="34" charset="-120"/>
              </a:rPr>
              <a:t>對Arduino而言，類比資料就是0V到5V之間的電壓變化值，例如：0.8V, 2.7V, 3.6V, ...。</a:t>
            </a:r>
          </a:p>
        </p:txBody>
      </p:sp>
      <p:sp>
        <p:nvSpPr>
          <p:cNvPr id="8197" name="Text Box 8197">
            <a:extLst>
              <a:ext uri="{FF2B5EF4-FFF2-40B4-BE49-F238E27FC236}">
                <a16:creationId xmlns:a16="http://schemas.microsoft.com/office/drawing/2014/main" id="{C677BA4B-424E-4D6C-8EB6-1E78CFD740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550" y="3789363"/>
            <a:ext cx="22399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/>
              <a:t>類比轉成數位的過程</a:t>
            </a:r>
          </a:p>
        </p:txBody>
      </p:sp>
      <p:sp>
        <p:nvSpPr>
          <p:cNvPr id="8198" name="Text Box 8198">
            <a:extLst>
              <a:ext uri="{FF2B5EF4-FFF2-40B4-BE49-F238E27FC236}">
                <a16:creationId xmlns:a16="http://schemas.microsoft.com/office/drawing/2014/main" id="{E9C06A2D-D01A-4ABE-BE00-0C78BA9FD5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550" y="5805488"/>
            <a:ext cx="20113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zh-TW" altLang="en-US"/>
              <a:t>讀取</a:t>
            </a:r>
            <a:r>
              <a:rPr lang="zh-CN" altLang="en-US"/>
              <a:t>類比</a:t>
            </a:r>
            <a:r>
              <a:rPr lang="zh-TW" altLang="en-US"/>
              <a:t>值的語法</a:t>
            </a:r>
          </a:p>
        </p:txBody>
      </p:sp>
      <p:sp>
        <p:nvSpPr>
          <p:cNvPr id="8199" name="Oval 8199">
            <a:extLst>
              <a:ext uri="{FF2B5EF4-FFF2-40B4-BE49-F238E27FC236}">
                <a16:creationId xmlns:a16="http://schemas.microsoft.com/office/drawing/2014/main" id="{921ACDF8-C5BB-409C-97DF-26E303DE45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150" y="4462463"/>
            <a:ext cx="863600" cy="8636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8200" name="Text Box 8200">
            <a:extLst>
              <a:ext uri="{FF2B5EF4-FFF2-40B4-BE49-F238E27FC236}">
                <a16:creationId xmlns:a16="http://schemas.microsoft.com/office/drawing/2014/main" id="{779F38A7-5757-45EC-9621-9CB175335E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665" y="4606925"/>
            <a:ext cx="65434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參閱</a:t>
            </a:r>
          </a:p>
          <a:p>
            <a:pPr algn="ctr"/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8</a:t>
            </a: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-2</a:t>
            </a:r>
          </a:p>
        </p:txBody>
      </p:sp>
      <p:pic>
        <p:nvPicPr>
          <p:cNvPr id="8201" name="Picture 8201" descr="uno">
            <a:extLst>
              <a:ext uri="{FF2B5EF4-FFF2-40B4-BE49-F238E27FC236}">
                <a16:creationId xmlns:a16="http://schemas.microsoft.com/office/drawing/2014/main" id="{18E36ED2-2797-452B-8906-17700A45CF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6000" y="1701800"/>
            <a:ext cx="5019675" cy="173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itle 1">
            <a:extLst>
              <a:ext uri="{FF2B5EF4-FFF2-40B4-BE49-F238E27FC236}">
                <a16:creationId xmlns:a16="http://schemas.microsoft.com/office/drawing/2014/main" id="{93EF4E7F-BDF4-4181-B195-771D72D5A7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電阻分壓電路</a:t>
            </a:r>
          </a:p>
        </p:txBody>
      </p:sp>
      <p:grpSp>
        <p:nvGrpSpPr>
          <p:cNvPr id="11266" name="Group 10">
            <a:extLst>
              <a:ext uri="{FF2B5EF4-FFF2-40B4-BE49-F238E27FC236}">
                <a16:creationId xmlns:a16="http://schemas.microsoft.com/office/drawing/2014/main" id="{4ECE0E6E-1105-404A-A6B4-0B7D6917439A}"/>
              </a:ext>
            </a:extLst>
          </p:cNvPr>
          <p:cNvGrpSpPr>
            <a:grpSpLocks/>
          </p:cNvGrpSpPr>
          <p:nvPr/>
        </p:nvGrpSpPr>
        <p:grpSpPr bwMode="auto">
          <a:xfrm>
            <a:off x="3933825" y="4183063"/>
            <a:ext cx="4718050" cy="1954212"/>
            <a:chOff x="6535" y="1905"/>
            <a:chExt cx="7430" cy="3076"/>
          </a:xfrm>
        </p:grpSpPr>
        <p:pic>
          <p:nvPicPr>
            <p:cNvPr id="11267" name="Picture 3" descr="a7_1">
              <a:extLst>
                <a:ext uri="{FF2B5EF4-FFF2-40B4-BE49-F238E27FC236}">
                  <a16:creationId xmlns:a16="http://schemas.microsoft.com/office/drawing/2014/main" id="{0FCD3E17-9D24-4BF9-B75E-7E2924731DC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35" y="1905"/>
              <a:ext cx="7430" cy="19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268" name="Picture 4" descr="a7_2">
              <a:extLst>
                <a:ext uri="{FF2B5EF4-FFF2-40B4-BE49-F238E27FC236}">
                  <a16:creationId xmlns:a16="http://schemas.microsoft.com/office/drawing/2014/main" id="{BAB2C412-1F80-4D80-8D32-4701717E5A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06" y="4401"/>
              <a:ext cx="7150" cy="5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1269" name="Group 9">
            <a:extLst>
              <a:ext uri="{FF2B5EF4-FFF2-40B4-BE49-F238E27FC236}">
                <a16:creationId xmlns:a16="http://schemas.microsoft.com/office/drawing/2014/main" id="{C42FED8A-3866-412F-AE02-C8223D300C6E}"/>
              </a:ext>
            </a:extLst>
          </p:cNvPr>
          <p:cNvGrpSpPr>
            <a:grpSpLocks/>
          </p:cNvGrpSpPr>
          <p:nvPr/>
        </p:nvGrpSpPr>
        <p:grpSpPr bwMode="auto">
          <a:xfrm>
            <a:off x="3971925" y="1620838"/>
            <a:ext cx="4686300" cy="1916112"/>
            <a:chOff x="6376" y="7593"/>
            <a:chExt cx="7380" cy="3018"/>
          </a:xfrm>
        </p:grpSpPr>
        <p:pic>
          <p:nvPicPr>
            <p:cNvPr id="11270" name="Picture 6" descr="a7_4">
              <a:extLst>
                <a:ext uri="{FF2B5EF4-FFF2-40B4-BE49-F238E27FC236}">
                  <a16:creationId xmlns:a16="http://schemas.microsoft.com/office/drawing/2014/main" id="{7DF09524-A0BF-427A-95D3-396092013FD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24" y="7593"/>
              <a:ext cx="7010" cy="12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271" name="Picture 7" descr="a7_5">
              <a:extLst>
                <a:ext uri="{FF2B5EF4-FFF2-40B4-BE49-F238E27FC236}">
                  <a16:creationId xmlns:a16="http://schemas.microsoft.com/office/drawing/2014/main" id="{F165AD15-76D2-43AD-8407-3CAE630B7EC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76" y="9331"/>
              <a:ext cx="7380" cy="1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1272" name="Text Box 10243">
            <a:extLst>
              <a:ext uri="{FF2B5EF4-FFF2-40B4-BE49-F238E27FC236}">
                <a16:creationId xmlns:a16="http://schemas.microsoft.com/office/drawing/2014/main" id="{98A5BF02-CCCC-4ADA-8473-49A48A352F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738" y="1789113"/>
            <a:ext cx="3167062" cy="935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/>
              <a:t>在電子迴路中，流出的電流等於流入的電流。計算電流時，需要把所有電阻值加總</a:t>
            </a:r>
            <a:r>
              <a:rPr lang="zh-TW" altLang="en-US"/>
              <a:t>。</a:t>
            </a:r>
          </a:p>
        </p:txBody>
      </p:sp>
      <p:sp>
        <p:nvSpPr>
          <p:cNvPr id="11273" name="Text Box 10243">
            <a:extLst>
              <a:ext uri="{FF2B5EF4-FFF2-40B4-BE49-F238E27FC236}">
                <a16:creationId xmlns:a16="http://schemas.microsoft.com/office/drawing/2014/main" id="{0C96C5EC-B7AA-4670-9430-97A44133D6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738" y="4645025"/>
            <a:ext cx="3167062" cy="935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/>
              <a:t>電阻分壓代表分配電壓，使用兩個電阻構成的分壓電路與電壓計算公式：</a:t>
            </a:r>
          </a:p>
        </p:txBody>
      </p:sp>
      <p:sp>
        <p:nvSpPr>
          <p:cNvPr id="11274" name="Oval 10244">
            <a:extLst>
              <a:ext uri="{FF2B5EF4-FFF2-40B4-BE49-F238E27FC236}">
                <a16:creationId xmlns:a16="http://schemas.microsoft.com/office/drawing/2014/main" id="{75BC9262-B007-4D41-BFD7-471112DA83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150" y="3292475"/>
            <a:ext cx="863600" cy="8636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1275" name="Text Box 10245">
            <a:extLst>
              <a:ext uri="{FF2B5EF4-FFF2-40B4-BE49-F238E27FC236}">
                <a16:creationId xmlns:a16="http://schemas.microsoft.com/office/drawing/2014/main" id="{4264E562-5954-4AB6-A29F-83D2C0ACEC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163" y="3436938"/>
            <a:ext cx="641350" cy="661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參閱</a:t>
            </a:r>
          </a:p>
          <a:p>
            <a:pPr algn="ctr"/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8</a:t>
            </a: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-</a:t>
            </a:r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Title 9217">
            <a:extLst>
              <a:ext uri="{FF2B5EF4-FFF2-40B4-BE49-F238E27FC236}">
                <a16:creationId xmlns:a16="http://schemas.microsoft.com/office/drawing/2014/main" id="{681692CF-E9C0-48E9-A50E-E3D6762097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從序列埠讀取類比輸入值</a:t>
            </a:r>
          </a:p>
        </p:txBody>
      </p:sp>
      <p:pic>
        <p:nvPicPr>
          <p:cNvPr id="9218" name="Picture 9218" descr="a5">
            <a:extLst>
              <a:ext uri="{FF2B5EF4-FFF2-40B4-BE49-F238E27FC236}">
                <a16:creationId xmlns:a16="http://schemas.microsoft.com/office/drawing/2014/main" id="{535D0DF8-E149-4D53-85DA-1E133878C5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5600" y="2724150"/>
            <a:ext cx="3086100" cy="315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19" name="Text Box 9219">
            <a:extLst>
              <a:ext uri="{FF2B5EF4-FFF2-40B4-BE49-F238E27FC236}">
                <a16:creationId xmlns:a16="http://schemas.microsoft.com/office/drawing/2014/main" id="{B8AF7D6E-0468-4A97-A796-B0DE4032EF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3088" y="1701800"/>
            <a:ext cx="7096125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/>
              <a:t>用可變電阻建立一個「電壓調節器」，讓輸出電壓隨著電阻值的變化而改變，藉以模擬類比資料。</a:t>
            </a:r>
          </a:p>
        </p:txBody>
      </p:sp>
      <p:sp>
        <p:nvSpPr>
          <p:cNvPr id="9220" name="Oval 9220">
            <a:extLst>
              <a:ext uri="{FF2B5EF4-FFF2-40B4-BE49-F238E27FC236}">
                <a16:creationId xmlns:a16="http://schemas.microsoft.com/office/drawing/2014/main" id="{46E7A7BB-6FAE-47C9-827C-571A7AB5C3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150" y="5589588"/>
            <a:ext cx="863600" cy="8636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9221" name="Text Box 9221">
            <a:extLst>
              <a:ext uri="{FF2B5EF4-FFF2-40B4-BE49-F238E27FC236}">
                <a16:creationId xmlns:a16="http://schemas.microsoft.com/office/drawing/2014/main" id="{A4F45F92-0A2F-4507-8B42-71FD96AE91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672" y="5734050"/>
            <a:ext cx="64633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參閱</a:t>
            </a:r>
          </a:p>
          <a:p>
            <a:pPr algn="ctr"/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8</a:t>
            </a: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-4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1797B12-DF12-425B-B578-0552C00C84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150" y="2724150"/>
            <a:ext cx="4543425" cy="196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Title 1">
            <a:extLst>
              <a:ext uri="{FF2B5EF4-FFF2-40B4-BE49-F238E27FC236}">
                <a16:creationId xmlns:a16="http://schemas.microsoft.com/office/drawing/2014/main" id="{54B1A3C6-88BD-47AC-BA5F-D471AC88D6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光敏電阻</a:t>
            </a:r>
          </a:p>
        </p:txBody>
      </p:sp>
      <p:pic>
        <p:nvPicPr>
          <p:cNvPr id="10242" name="Picture 3" descr="a5">
            <a:extLst>
              <a:ext uri="{FF2B5EF4-FFF2-40B4-BE49-F238E27FC236}">
                <a16:creationId xmlns:a16="http://schemas.microsoft.com/office/drawing/2014/main" id="{DF94EB15-252E-45C8-942A-7602042358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800" y="2886075"/>
            <a:ext cx="2495550" cy="71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3" name="Picture 4" descr="a6">
            <a:extLst>
              <a:ext uri="{FF2B5EF4-FFF2-40B4-BE49-F238E27FC236}">
                <a16:creationId xmlns:a16="http://schemas.microsoft.com/office/drawing/2014/main" id="{2A7DD953-46B6-4CC5-B2F5-42723ADB7E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2188" y="2755900"/>
            <a:ext cx="3822700" cy="147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" name="Content Placeholder -1">
            <a:extLst>
              <a:ext uri="{FF2B5EF4-FFF2-40B4-BE49-F238E27FC236}">
                <a16:creationId xmlns:a16="http://schemas.microsoft.com/office/drawing/2014/main" id="{722D287D-4346-4180-AF89-F625ED576C9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02005" y="4764405"/>
          <a:ext cx="6251575" cy="1205734"/>
        </p:xfrm>
        <a:graphic>
          <a:graphicData uri="http://schemas.openxmlformats.org/drawingml/2006/table">
            <a:tbl>
              <a:tblPr firstRow="1">
                <a:tableStyleId>{3C2FFA5D-87B4-456A-9821-1D502468CF0F}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2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71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3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30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066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300" u="none"/>
                        <a:t>測試條件</a:t>
                      </a:r>
                      <a:endParaRPr lang="en-US" sz="1300" u="none"/>
                    </a:p>
                  </a:txBody>
                  <a:tcPr marL="0" marR="0" marT="0" marB="1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300" u="none"/>
                        <a:t>CdS電阻值</a:t>
                      </a:r>
                      <a:endParaRPr lang="en-US" sz="1300" u="none"/>
                    </a:p>
                  </a:txBody>
                  <a:tcPr marL="0" marR="0" marT="0" marB="1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300" u="none"/>
                        <a:t>10KΩ分壓值</a:t>
                      </a:r>
                      <a:endParaRPr lang="en-US" sz="1300" u="none"/>
                    </a:p>
                  </a:txBody>
                  <a:tcPr marL="0" marR="0" marT="0" marB="1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300" u="none"/>
                        <a:t>4.7KΩ分壓值</a:t>
                      </a:r>
                      <a:endParaRPr lang="en-US" sz="1300" u="none"/>
                    </a:p>
                  </a:txBody>
                  <a:tcPr marL="0" marR="0" marT="0" marB="1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300" u="none"/>
                        <a:t>1KΩ分壓值</a:t>
                      </a:r>
                      <a:endParaRPr lang="en-US" sz="1300" u="none"/>
                    </a:p>
                  </a:txBody>
                  <a:tcPr marL="0" marR="0" marT="0" marB="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9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300" u="none"/>
                        <a:t>用高亮度LED照射</a:t>
                      </a:r>
                      <a:endParaRPr lang="en-US" sz="1300" u="none"/>
                    </a:p>
                  </a:txBody>
                  <a:tcPr marL="0" marR="0" marT="0" marB="1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300" u="none"/>
                        <a:t>165Ω</a:t>
                      </a:r>
                      <a:endParaRPr lang="en-US" sz="1300" u="none"/>
                    </a:p>
                  </a:txBody>
                  <a:tcPr marL="0" marR="0" marT="0" marB="1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300" u="none"/>
                        <a:t>0.08v</a:t>
                      </a:r>
                      <a:endParaRPr lang="en-US" sz="1300" u="none"/>
                    </a:p>
                  </a:txBody>
                  <a:tcPr marL="0" marR="0" marT="0" marB="1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300" u="none"/>
                        <a:t>0.16v</a:t>
                      </a:r>
                      <a:endParaRPr lang="en-US" sz="1300" u="none"/>
                    </a:p>
                  </a:txBody>
                  <a:tcPr marL="0" marR="0" marT="0" marB="1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300" u="none"/>
                        <a:t>0.7v</a:t>
                      </a:r>
                      <a:endParaRPr lang="en-US" sz="1300" u="none"/>
                    </a:p>
                  </a:txBody>
                  <a:tcPr marL="0" marR="0" marT="0" marB="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19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300" u="none"/>
                        <a:t>緊急出口指示燈</a:t>
                      </a:r>
                      <a:endParaRPr lang="en-US" sz="1300" u="none"/>
                    </a:p>
                  </a:txBody>
                  <a:tcPr marL="0" marR="0" marT="0" marB="1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300" u="none"/>
                        <a:t>1KΩ</a:t>
                      </a:r>
                      <a:endParaRPr lang="en-US" sz="1300" u="none"/>
                    </a:p>
                  </a:txBody>
                  <a:tcPr marL="0" marR="0" marT="0" marB="1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300" u="none"/>
                        <a:t>0.45v</a:t>
                      </a:r>
                      <a:endParaRPr lang="en-US" sz="1300" u="none"/>
                    </a:p>
                  </a:txBody>
                  <a:tcPr marL="0" marR="0" marT="0" marB="1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300" u="none"/>
                        <a:t>0.87v</a:t>
                      </a:r>
                      <a:endParaRPr lang="en-US" sz="1300" u="none"/>
                    </a:p>
                  </a:txBody>
                  <a:tcPr marL="0" marR="0" marT="0" marB="1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300" u="none"/>
                        <a:t>2.5v</a:t>
                      </a:r>
                      <a:endParaRPr lang="en-US" sz="1300" u="none"/>
                    </a:p>
                  </a:txBody>
                  <a:tcPr marL="0" marR="0" marT="0" marB="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66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300" u="none"/>
                        <a:t>客廳日光燈</a:t>
                      </a:r>
                      <a:endParaRPr lang="en-US" sz="1300" u="none"/>
                    </a:p>
                  </a:txBody>
                  <a:tcPr marL="0" marR="0" marT="0" marB="1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300" u="none"/>
                        <a:t>3.3KΩ</a:t>
                      </a:r>
                      <a:endParaRPr lang="en-US" sz="1300" u="none"/>
                    </a:p>
                  </a:txBody>
                  <a:tcPr marL="0" marR="0" marT="0" marB="1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300" u="none"/>
                        <a:t>1.24v</a:t>
                      </a:r>
                      <a:endParaRPr lang="en-US" sz="1300" u="none"/>
                    </a:p>
                  </a:txBody>
                  <a:tcPr marL="0" marR="0" marT="0" marB="1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300" u="none"/>
                        <a:t>2.06v</a:t>
                      </a:r>
                      <a:endParaRPr lang="en-US" sz="1300" u="none"/>
                    </a:p>
                  </a:txBody>
                  <a:tcPr marL="0" marR="0" marT="0" marB="1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300" u="none"/>
                        <a:t>3.83v</a:t>
                      </a:r>
                      <a:endParaRPr lang="en-US" sz="1300" u="none"/>
                    </a:p>
                  </a:txBody>
                  <a:tcPr marL="0" marR="0" marT="0" marB="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19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300" u="none"/>
                        <a:t>室內暗處</a:t>
                      </a:r>
                      <a:endParaRPr lang="en-US" sz="1300" u="none"/>
                    </a:p>
                  </a:txBody>
                  <a:tcPr marL="0" marR="0" marT="0" marB="1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300" u="none"/>
                        <a:t>18KΩ</a:t>
                      </a:r>
                      <a:endParaRPr lang="en-US" sz="1300" u="none"/>
                    </a:p>
                  </a:txBody>
                  <a:tcPr marL="0" marR="0" marT="0" marB="1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300" u="none"/>
                        <a:t>3.21v</a:t>
                      </a:r>
                      <a:endParaRPr lang="en-US" sz="1300" u="none"/>
                    </a:p>
                  </a:txBody>
                  <a:tcPr marL="0" marR="0" marT="0" marB="1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300" u="none"/>
                        <a:t>3.96v</a:t>
                      </a:r>
                      <a:endParaRPr lang="en-US" sz="1300" u="none"/>
                    </a:p>
                  </a:txBody>
                  <a:tcPr marL="0" marR="0" marT="0" marB="1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300" u="none"/>
                        <a:t>4.73v</a:t>
                      </a:r>
                      <a:endParaRPr lang="en-US" sz="1300" u="none"/>
                    </a:p>
                  </a:txBody>
                  <a:tcPr marL="0" marR="0" marT="0" marB="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19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300" u="none"/>
                        <a:t>用黑色膠布遮蓋</a:t>
                      </a:r>
                      <a:endParaRPr lang="en-US" sz="1300" u="none"/>
                    </a:p>
                  </a:txBody>
                  <a:tcPr marL="0" marR="0" marT="0" marB="1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300" u="none"/>
                        <a:t>&gt;2MΩ</a:t>
                      </a:r>
                      <a:endParaRPr lang="en-US" sz="1300" u="none"/>
                    </a:p>
                  </a:txBody>
                  <a:tcPr marL="0" marR="0" marT="0" marB="1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300" u="none"/>
                        <a:t>4.95v</a:t>
                      </a:r>
                      <a:endParaRPr lang="en-US" sz="1300" u="none"/>
                    </a:p>
                  </a:txBody>
                  <a:tcPr marL="0" marR="0" marT="0" marB="1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300" u="none"/>
                        <a:t>4.98v</a:t>
                      </a:r>
                      <a:endParaRPr lang="en-US" sz="1300" u="none"/>
                    </a:p>
                  </a:txBody>
                  <a:tcPr marL="0" marR="0" marT="0" marB="1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300" u="none"/>
                        <a:t>4.99v</a:t>
                      </a:r>
                      <a:endParaRPr lang="en-US" sz="1300" u="none"/>
                    </a:p>
                  </a:txBody>
                  <a:tcPr marL="0" marR="0" marT="0" marB="1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245" name="Text Box 11269">
            <a:extLst>
              <a:ext uri="{FF2B5EF4-FFF2-40B4-BE49-F238E27FC236}">
                <a16:creationId xmlns:a16="http://schemas.microsoft.com/office/drawing/2014/main" id="{678F162F-A3F4-4F8D-9957-00F146D3A5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188" y="1751013"/>
            <a:ext cx="6415087" cy="661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微軟正黑體" panose="020B0604030504040204" pitchFamily="34" charset="-120"/>
              </a:rPr>
              <a:t>光敏電阻的阻值會隨著照度（亦即，光的亮度）變化。照度越高，阻值越低。光敏電阻的受光面，有鋸齒狀的感光材料。</a:t>
            </a:r>
          </a:p>
        </p:txBody>
      </p:sp>
      <p:sp>
        <p:nvSpPr>
          <p:cNvPr id="10246" name="Oval 10244">
            <a:extLst>
              <a:ext uri="{FF2B5EF4-FFF2-40B4-BE49-F238E27FC236}">
                <a16:creationId xmlns:a16="http://schemas.microsoft.com/office/drawing/2014/main" id="{B12363CB-AFE2-48C3-B0EB-C3B3692CD3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5113" y="5614988"/>
            <a:ext cx="863600" cy="8636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0247" name="Text Box 10245">
            <a:extLst>
              <a:ext uri="{FF2B5EF4-FFF2-40B4-BE49-F238E27FC236}">
                <a16:creationId xmlns:a16="http://schemas.microsoft.com/office/drawing/2014/main" id="{D3F239E5-E712-467C-B1E1-F108A1A3B9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1841" y="5759450"/>
            <a:ext cx="64633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參閱</a:t>
            </a:r>
          </a:p>
          <a:p>
            <a:pPr algn="ctr"/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8</a:t>
            </a: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-</a:t>
            </a:r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Title 10241">
            <a:extLst>
              <a:ext uri="{FF2B5EF4-FFF2-40B4-BE49-F238E27FC236}">
                <a16:creationId xmlns:a16="http://schemas.microsoft.com/office/drawing/2014/main" id="{4FE2C4FA-E177-4B08-B47C-2C3C2E267A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使用光敏電阻製作小夜燈</a:t>
            </a:r>
          </a:p>
        </p:txBody>
      </p:sp>
      <p:pic>
        <p:nvPicPr>
          <p:cNvPr id="12290" name="Picture 10242" descr="a7">
            <a:extLst>
              <a:ext uri="{FF2B5EF4-FFF2-40B4-BE49-F238E27FC236}">
                <a16:creationId xmlns:a16="http://schemas.microsoft.com/office/drawing/2014/main" id="{BA8DB4E7-8D69-4BEB-B79E-D300E980D8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1616075"/>
            <a:ext cx="7724775" cy="202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1" name="Text Box 10243">
            <a:extLst>
              <a:ext uri="{FF2B5EF4-FFF2-40B4-BE49-F238E27FC236}">
                <a16:creationId xmlns:a16="http://schemas.microsoft.com/office/drawing/2014/main" id="{357DA61E-2EA9-4509-A05C-97CB6FFFB8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4078288"/>
            <a:ext cx="3167063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/>
              <a:t>使用光敏電阻和另一個電阻構成分壓電路；光敏電阻會隨著光線變化改變阻值。</a:t>
            </a:r>
          </a:p>
        </p:txBody>
      </p:sp>
      <p:sp>
        <p:nvSpPr>
          <p:cNvPr id="12292" name="Oval 10244">
            <a:extLst>
              <a:ext uri="{FF2B5EF4-FFF2-40B4-BE49-F238E27FC236}">
                <a16:creationId xmlns:a16="http://schemas.microsoft.com/office/drawing/2014/main" id="{12E9CC44-4C32-4609-8754-32A52C764E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150" y="5661025"/>
            <a:ext cx="863600" cy="8636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2293" name="Text Box 10245">
            <a:extLst>
              <a:ext uri="{FF2B5EF4-FFF2-40B4-BE49-F238E27FC236}">
                <a16:creationId xmlns:a16="http://schemas.microsoft.com/office/drawing/2014/main" id="{116E8BD1-A179-468F-A1C3-B1F98E7218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672" y="5805488"/>
            <a:ext cx="64633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參閱</a:t>
            </a:r>
          </a:p>
          <a:p>
            <a:pPr algn="ctr"/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8-8</a:t>
            </a:r>
            <a:endParaRPr lang="zh-TW" altLang="en-US" b="1" dirty="0">
              <a:solidFill>
                <a:schemeClr val="bg1"/>
              </a:solidFill>
              <a:latin typeface="微軟正黑體" panose="020B0604030504040204" pitchFamily="34" charset="-120"/>
            </a:endParaRPr>
          </a:p>
        </p:txBody>
      </p:sp>
      <p:pic>
        <p:nvPicPr>
          <p:cNvPr id="12294" name="Picture 10246" descr="uno3">
            <a:extLst>
              <a:ext uri="{FF2B5EF4-FFF2-40B4-BE49-F238E27FC236}">
                <a16:creationId xmlns:a16="http://schemas.microsoft.com/office/drawing/2014/main" id="{A603E500-6E34-4B81-B831-35A71A0389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6475" y="3933825"/>
            <a:ext cx="5418138" cy="291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Title 11265">
            <a:extLst>
              <a:ext uri="{FF2B5EF4-FFF2-40B4-BE49-F238E27FC236}">
                <a16:creationId xmlns:a16="http://schemas.microsoft.com/office/drawing/2014/main" id="{4E2BFFC7-F78D-4CAA-821A-BF81E959C0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認識運算放大器（一）</a:t>
            </a:r>
          </a:p>
        </p:txBody>
      </p:sp>
      <p:sp>
        <p:nvSpPr>
          <p:cNvPr id="13314" name="Text Box 11269">
            <a:extLst>
              <a:ext uri="{FF2B5EF4-FFF2-40B4-BE49-F238E27FC236}">
                <a16:creationId xmlns:a16="http://schemas.microsoft.com/office/drawing/2014/main" id="{1F1C1579-5236-411A-AE93-F10C83EBA0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412875"/>
            <a:ext cx="7021513" cy="66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微軟正黑體" panose="020B0604030504040204" pitchFamily="34" charset="-120"/>
              </a:rPr>
              <a:t>運算放大器是一種類比IC，它具有兩個高阻抗訊號輸入端，分別標示成非反相（+，也稱為正相）和反相（-），以及一個輸出端</a:t>
            </a:r>
            <a:r>
              <a:rPr lang="zh-TW" altLang="en-US">
                <a:latin typeface="微軟正黑體" panose="020B0604030504040204" pitchFamily="34" charset="-120"/>
              </a:rPr>
              <a:t>。</a:t>
            </a:r>
          </a:p>
        </p:txBody>
      </p:sp>
      <p:sp>
        <p:nvSpPr>
          <p:cNvPr id="13315" name="Oval 11270">
            <a:extLst>
              <a:ext uri="{FF2B5EF4-FFF2-40B4-BE49-F238E27FC236}">
                <a16:creationId xmlns:a16="http://schemas.microsoft.com/office/drawing/2014/main" id="{37FCBC07-9CB2-4E9C-B2D8-D420C0D21B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0375" y="1377950"/>
            <a:ext cx="863600" cy="8636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3316" name="Text Box 11271">
            <a:extLst>
              <a:ext uri="{FF2B5EF4-FFF2-40B4-BE49-F238E27FC236}">
                <a16:creationId xmlns:a16="http://schemas.microsoft.com/office/drawing/2014/main" id="{7EA0BF94-9723-4919-9749-3475B02080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2242" y="1522413"/>
            <a:ext cx="69923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參閱</a:t>
            </a:r>
          </a:p>
          <a:p>
            <a:pPr algn="ctr"/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8-13</a:t>
            </a:r>
          </a:p>
        </p:txBody>
      </p:sp>
      <p:pic>
        <p:nvPicPr>
          <p:cNvPr id="13317" name="Picture 1" descr="a10_1">
            <a:extLst>
              <a:ext uri="{FF2B5EF4-FFF2-40B4-BE49-F238E27FC236}">
                <a16:creationId xmlns:a16="http://schemas.microsoft.com/office/drawing/2014/main" id="{F95B5A13-13E9-4658-918F-311ACFADDE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0213" y="2463800"/>
            <a:ext cx="4724400" cy="164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8" name="Content Placeholder 4" descr="a10_2">
            <a:extLst>
              <a:ext uri="{FF2B5EF4-FFF2-40B4-BE49-F238E27FC236}">
                <a16:creationId xmlns:a16="http://schemas.microsoft.com/office/drawing/2014/main" id="{E474E3B4-E7B2-435C-9BA8-5946D89E6C4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8438" y="5387975"/>
            <a:ext cx="3505200" cy="1149350"/>
          </a:xfrm>
        </p:spPr>
      </p:pic>
      <p:pic>
        <p:nvPicPr>
          <p:cNvPr id="13319" name="Picture 5" descr="a10_3">
            <a:extLst>
              <a:ext uri="{FF2B5EF4-FFF2-40B4-BE49-F238E27FC236}">
                <a16:creationId xmlns:a16="http://schemas.microsoft.com/office/drawing/2014/main" id="{1DA3887C-8735-4D8C-ABEB-4C44444B6D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9400" y="5480050"/>
            <a:ext cx="4959350" cy="120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20" name="Picture 1" descr="opa">
            <a:extLst>
              <a:ext uri="{FF2B5EF4-FFF2-40B4-BE49-F238E27FC236}">
                <a16:creationId xmlns:a16="http://schemas.microsoft.com/office/drawing/2014/main" id="{66AAD470-2D73-401A-ADB5-7A97E0C66C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2546350"/>
            <a:ext cx="3200400" cy="147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21" name="Text Box 11269">
            <a:extLst>
              <a:ext uri="{FF2B5EF4-FFF2-40B4-BE49-F238E27FC236}">
                <a16:creationId xmlns:a16="http://schemas.microsoft.com/office/drawing/2014/main" id="{FF5F6B0B-3851-4C00-813B-D3DD5B842B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038" y="4467225"/>
            <a:ext cx="6673850" cy="66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微軟正黑體" panose="020B0604030504040204" pitchFamily="34" charset="-120"/>
              </a:rPr>
              <a:t>內部的差動放大器代表它會放大兩個輸入訊號的電位差。訊號放大倍率理論上是無限大，但真正的輸出值不會超過電源電壓。</a:t>
            </a:r>
          </a:p>
        </p:txBody>
      </p:sp>
    </p:spTree>
  </p:cSld>
  <p:clrMapOvr>
    <a:masterClrMapping/>
  </p:clrMapOvr>
  <p:transition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Title 1">
            <a:extLst>
              <a:ext uri="{FF2B5EF4-FFF2-40B4-BE49-F238E27FC236}">
                <a16:creationId xmlns:a16="http://schemas.microsoft.com/office/drawing/2014/main" id="{D0EA30BC-4D53-41EE-A26E-32B49A7B87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認識運算放大器（二）</a:t>
            </a:r>
            <a:endParaRPr lang="en-US" altLang="en-US"/>
          </a:p>
        </p:txBody>
      </p:sp>
      <p:pic>
        <p:nvPicPr>
          <p:cNvPr id="14338" name="Picture 5" descr="a10_4">
            <a:extLst>
              <a:ext uri="{FF2B5EF4-FFF2-40B4-BE49-F238E27FC236}">
                <a16:creationId xmlns:a16="http://schemas.microsoft.com/office/drawing/2014/main" id="{FC971D1C-3C33-4B98-9E90-7B8E599191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6563" y="1738313"/>
            <a:ext cx="4718050" cy="196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39" name="Picture 7" descr="a12">
            <a:extLst>
              <a:ext uri="{FF2B5EF4-FFF2-40B4-BE49-F238E27FC236}">
                <a16:creationId xmlns:a16="http://schemas.microsoft.com/office/drawing/2014/main" id="{4E55E0AB-BF0F-4C3A-963A-86E4E98CC4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6500" y="4521200"/>
            <a:ext cx="5048250" cy="192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0" name="Oval 12290">
            <a:extLst>
              <a:ext uri="{FF2B5EF4-FFF2-40B4-BE49-F238E27FC236}">
                <a16:creationId xmlns:a16="http://schemas.microsoft.com/office/drawing/2014/main" id="{60D713C3-CE4D-4FBB-B932-F594385702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925" y="5700713"/>
            <a:ext cx="863600" cy="8636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4341" name="Text Box 12291">
            <a:extLst>
              <a:ext uri="{FF2B5EF4-FFF2-40B4-BE49-F238E27FC236}">
                <a16:creationId xmlns:a16="http://schemas.microsoft.com/office/drawing/2014/main" id="{5373B37B-E86A-4B5C-9E65-1E16D66964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792" y="5843588"/>
            <a:ext cx="69923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參閱</a:t>
            </a:r>
          </a:p>
          <a:p>
            <a:pPr algn="ctr"/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8</a:t>
            </a: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-1</a:t>
            </a:r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4</a:t>
            </a:r>
          </a:p>
        </p:txBody>
      </p:sp>
      <p:sp>
        <p:nvSpPr>
          <p:cNvPr id="14342" name="Text Box 11269">
            <a:extLst>
              <a:ext uri="{FF2B5EF4-FFF2-40B4-BE49-F238E27FC236}">
                <a16:creationId xmlns:a16="http://schemas.microsoft.com/office/drawing/2014/main" id="{7AABB220-F9F3-4E1C-B485-562787E8FE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822450"/>
            <a:ext cx="3451225" cy="148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微軟正黑體" panose="020B0604030504040204" pitchFamily="34" charset="-120"/>
              </a:rPr>
              <a:t>為了避免輸入端的微小訊號變化，都被放大到飽和電壓，放大器電路透過稱為回授（feedback）的方式，把輸出訊號回饋到輸入端，用以調整放大倍數。</a:t>
            </a:r>
          </a:p>
        </p:txBody>
      </p:sp>
      <p:sp>
        <p:nvSpPr>
          <p:cNvPr id="14343" name="Text Box 11269">
            <a:extLst>
              <a:ext uri="{FF2B5EF4-FFF2-40B4-BE49-F238E27FC236}">
                <a16:creationId xmlns:a16="http://schemas.microsoft.com/office/drawing/2014/main" id="{5F1A7F4B-C236-42E1-B140-98E96F1336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663" y="4457700"/>
            <a:ext cx="3175000" cy="93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微軟正黑體" panose="020B0604030504040204" pitchFamily="34" charset="-120"/>
              </a:rPr>
              <a:t>非反相放大電路的輸出訊號的極性與輸入相同；反相放大的輸出訊號的極性與輸入相反。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>
            <a:extLst>
              <a:ext uri="{FF2B5EF4-FFF2-40B4-BE49-F238E27FC236}">
                <a16:creationId xmlns:a16="http://schemas.microsoft.com/office/drawing/2014/main" id="{AB8D457F-B815-46C2-BC06-4E649AFE8A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sym typeface="微軟正黑體" panose="020B0604030504040204" pitchFamily="34" charset="-120"/>
              </a:rPr>
              <a:t>認識運算放大器（三）</a:t>
            </a:r>
            <a:endParaRPr lang="en-US" altLang="en-US"/>
          </a:p>
        </p:txBody>
      </p:sp>
      <p:pic>
        <p:nvPicPr>
          <p:cNvPr id="15362" name="Picture 5" descr="a13">
            <a:extLst>
              <a:ext uri="{FF2B5EF4-FFF2-40B4-BE49-F238E27FC236}">
                <a16:creationId xmlns:a16="http://schemas.microsoft.com/office/drawing/2014/main" id="{A4E5573F-6CEC-4FD8-A868-B12186125D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8413" y="1816100"/>
            <a:ext cx="5060950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3" name="Oval 12290">
            <a:extLst>
              <a:ext uri="{FF2B5EF4-FFF2-40B4-BE49-F238E27FC236}">
                <a16:creationId xmlns:a16="http://schemas.microsoft.com/office/drawing/2014/main" id="{29866DBB-343E-40EF-897A-B66AA34D43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925" y="5700713"/>
            <a:ext cx="863600" cy="8636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5364" name="Text Box 12291">
            <a:extLst>
              <a:ext uri="{FF2B5EF4-FFF2-40B4-BE49-F238E27FC236}">
                <a16:creationId xmlns:a16="http://schemas.microsoft.com/office/drawing/2014/main" id="{69AA8080-A4E9-4BE2-87CD-66D9F0EF40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792" y="5843588"/>
            <a:ext cx="69923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參閱</a:t>
            </a:r>
          </a:p>
          <a:p>
            <a:pPr algn="ctr"/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8</a:t>
            </a: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-1</a:t>
            </a:r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5</a:t>
            </a:r>
          </a:p>
        </p:txBody>
      </p:sp>
      <p:pic>
        <p:nvPicPr>
          <p:cNvPr id="15365" name="Picture 1" descr="aa">
            <a:extLst>
              <a:ext uri="{FF2B5EF4-FFF2-40B4-BE49-F238E27FC236}">
                <a16:creationId xmlns:a16="http://schemas.microsoft.com/office/drawing/2014/main" id="{3BBDF59E-CEA5-44D2-9E25-1390B09270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7125" y="5133975"/>
            <a:ext cx="4629150" cy="122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6" name="Text Box 11269">
            <a:extLst>
              <a:ext uri="{FF2B5EF4-FFF2-40B4-BE49-F238E27FC236}">
                <a16:creationId xmlns:a16="http://schemas.microsoft.com/office/drawing/2014/main" id="{F811918E-BD3D-48ED-84A9-74A177AB26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822450"/>
            <a:ext cx="3319463" cy="1209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微軟正黑體" panose="020B0604030504040204" pitchFamily="34" charset="-120"/>
              </a:rPr>
              <a:t>訊號放大的倍數由R1和R2電阻決定，為了方便計算，R1電阻通常選擇1KΩ（棕黑紅）或10KΩ（棕黑橙）。</a:t>
            </a:r>
          </a:p>
        </p:txBody>
      </p:sp>
      <p:sp>
        <p:nvSpPr>
          <p:cNvPr id="15367" name="Text Box 11269">
            <a:extLst>
              <a:ext uri="{FF2B5EF4-FFF2-40B4-BE49-F238E27FC236}">
                <a16:creationId xmlns:a16="http://schemas.microsoft.com/office/drawing/2014/main" id="{037CF6C6-B882-498F-A058-BA2FD010AC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225" y="3857625"/>
            <a:ext cx="5375275" cy="93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微軟正黑體" panose="020B0604030504040204" pitchFamily="34" charset="-120"/>
              </a:rPr>
              <a:t>如果擔心外部訊號的輸入電壓會超過微處理器所能承受的5V，可在Arduino的類比或數位腳，和外部電路之間，加入底下的過電壓保護電路：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Title 1">
            <a:extLst>
              <a:ext uri="{FF2B5EF4-FFF2-40B4-BE49-F238E27FC236}">
                <a16:creationId xmlns:a16="http://schemas.microsoft.com/office/drawing/2014/main" id="{92D2426F-F522-4E85-9F8A-0B03EA1029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麥克風聲音放大器</a:t>
            </a:r>
            <a:r>
              <a:rPr lang="zh-TW" altLang="en-US"/>
              <a:t>電路</a:t>
            </a:r>
          </a:p>
        </p:txBody>
      </p:sp>
      <p:pic>
        <p:nvPicPr>
          <p:cNvPr id="16386" name="Picture 3" descr="a15_1">
            <a:extLst>
              <a:ext uri="{FF2B5EF4-FFF2-40B4-BE49-F238E27FC236}">
                <a16:creationId xmlns:a16="http://schemas.microsoft.com/office/drawing/2014/main" id="{D0AE383D-A48C-4500-A706-48E06DA451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88" y="3101975"/>
            <a:ext cx="437515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7" name="Picture 4" descr="a15">
            <a:extLst>
              <a:ext uri="{FF2B5EF4-FFF2-40B4-BE49-F238E27FC236}">
                <a16:creationId xmlns:a16="http://schemas.microsoft.com/office/drawing/2014/main" id="{84CCE57B-9959-4014-9328-9E11B11B85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6925" y="4027488"/>
            <a:ext cx="4222750" cy="2622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8" name="Picture 5" descr="a15_2">
            <a:extLst>
              <a:ext uri="{FF2B5EF4-FFF2-40B4-BE49-F238E27FC236}">
                <a16:creationId xmlns:a16="http://schemas.microsoft.com/office/drawing/2014/main" id="{3AEA6FDD-9339-4BA4-967C-EE84824EAF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1363" y="1568450"/>
            <a:ext cx="4559300" cy="151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9" name="Oval 12290">
            <a:extLst>
              <a:ext uri="{FF2B5EF4-FFF2-40B4-BE49-F238E27FC236}">
                <a16:creationId xmlns:a16="http://schemas.microsoft.com/office/drawing/2014/main" id="{69AC4CEA-1D70-4423-8771-160A11BD0E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763" y="5788025"/>
            <a:ext cx="863600" cy="8636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6390" name="Text Box 12291">
            <a:extLst>
              <a:ext uri="{FF2B5EF4-FFF2-40B4-BE49-F238E27FC236}">
                <a16:creationId xmlns:a16="http://schemas.microsoft.com/office/drawing/2014/main" id="{73965514-220C-4A0D-AEE7-4B5EC84375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9836" y="5930900"/>
            <a:ext cx="69923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參閱</a:t>
            </a:r>
          </a:p>
          <a:p>
            <a:pPr algn="ctr"/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8</a:t>
            </a: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-1</a:t>
            </a:r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9</a:t>
            </a:r>
          </a:p>
        </p:txBody>
      </p:sp>
      <p:pic>
        <p:nvPicPr>
          <p:cNvPr id="16391" name="Picture 2" descr="a9">
            <a:extLst>
              <a:ext uri="{FF2B5EF4-FFF2-40B4-BE49-F238E27FC236}">
                <a16:creationId xmlns:a16="http://schemas.microsoft.com/office/drawing/2014/main" id="{6BDC273E-B2A8-4B49-B6FC-CF8F89CEDD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013" y="4913313"/>
            <a:ext cx="274955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92" name="Text Box 11269">
            <a:extLst>
              <a:ext uri="{FF2B5EF4-FFF2-40B4-BE49-F238E27FC236}">
                <a16:creationId xmlns:a16="http://schemas.microsoft.com/office/drawing/2014/main" id="{D6A73109-2825-428E-B399-4B7167EE35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788" y="1497013"/>
            <a:ext cx="4024312" cy="1209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微軟正黑體" panose="020B0604030504040204" pitchFamily="34" charset="-120"/>
              </a:rPr>
              <a:t>麥克風的輸出，連接到使用電容和電阻構成的高通濾波器（high-pass filter，只允許特定頻率以上的信號通過並且濾除直流）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2289">
            <a:extLst>
              <a:ext uri="{FF2B5EF4-FFF2-40B4-BE49-F238E27FC236}">
                <a16:creationId xmlns:a16="http://schemas.microsoft.com/office/drawing/2014/main" id="{2CE676E0-DDD8-4BBB-B257-E26255CA84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自製麥克風聲音放大器</a:t>
            </a:r>
          </a:p>
        </p:txBody>
      </p:sp>
      <p:sp>
        <p:nvSpPr>
          <p:cNvPr id="17410" name="Oval 12290">
            <a:extLst>
              <a:ext uri="{FF2B5EF4-FFF2-40B4-BE49-F238E27FC236}">
                <a16:creationId xmlns:a16="http://schemas.microsoft.com/office/drawing/2014/main" id="{7F3A98B7-35C3-478D-866B-19B0FE1743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150" y="4438650"/>
            <a:ext cx="863600" cy="8636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7411" name="Text Box 12291">
            <a:extLst>
              <a:ext uri="{FF2B5EF4-FFF2-40B4-BE49-F238E27FC236}">
                <a16:creationId xmlns:a16="http://schemas.microsoft.com/office/drawing/2014/main" id="{1F259206-CFC0-4B08-BF41-81828D1A46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9223" y="4581525"/>
            <a:ext cx="69923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參閱</a:t>
            </a:r>
          </a:p>
          <a:p>
            <a:pPr algn="ctr"/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8</a:t>
            </a: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-</a:t>
            </a:r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21</a:t>
            </a:r>
          </a:p>
        </p:txBody>
      </p:sp>
      <p:pic>
        <p:nvPicPr>
          <p:cNvPr id="17412" name="Picture 12292" descr="uno4">
            <a:extLst>
              <a:ext uri="{FF2B5EF4-FFF2-40B4-BE49-F238E27FC236}">
                <a16:creationId xmlns:a16="http://schemas.microsoft.com/office/drawing/2014/main" id="{6D7DC05A-53B1-44E8-A3D1-7BDF9951FD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7263" y="1846263"/>
            <a:ext cx="5538787" cy="4751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3" name="Picture 12293" descr="uno5">
            <a:extLst>
              <a:ext uri="{FF2B5EF4-FFF2-40B4-BE49-F238E27FC236}">
                <a16:creationId xmlns:a16="http://schemas.microsoft.com/office/drawing/2014/main" id="{72E7B365-615B-435F-97EC-E1871F388C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88" y="1846263"/>
            <a:ext cx="3340100" cy="2230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3" name="Picture 13313" descr="a12">
            <a:extLst>
              <a:ext uri="{FF2B5EF4-FFF2-40B4-BE49-F238E27FC236}">
                <a16:creationId xmlns:a16="http://schemas.microsoft.com/office/drawing/2014/main" id="{75B7A016-F1F1-4135-BDD7-9FD620C2E2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2350" y="4705350"/>
            <a:ext cx="5172075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4" name="Title 13314">
            <a:extLst>
              <a:ext uri="{FF2B5EF4-FFF2-40B4-BE49-F238E27FC236}">
                <a16:creationId xmlns:a16="http://schemas.microsoft.com/office/drawing/2014/main" id="{C8944D70-FB9C-49A9-94D5-603FD1CEF9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拍手控制開關改良版</a:t>
            </a:r>
          </a:p>
        </p:txBody>
      </p:sp>
      <p:pic>
        <p:nvPicPr>
          <p:cNvPr id="18435" name="Picture 13315" descr="a11">
            <a:extLst>
              <a:ext uri="{FF2B5EF4-FFF2-40B4-BE49-F238E27FC236}">
                <a16:creationId xmlns:a16="http://schemas.microsoft.com/office/drawing/2014/main" id="{0DA5CF6D-4F4C-4D1F-9565-1380F89041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2350" y="1123950"/>
            <a:ext cx="5257800" cy="358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6" name="Text Box 13316">
            <a:extLst>
              <a:ext uri="{FF2B5EF4-FFF2-40B4-BE49-F238E27FC236}">
                <a16:creationId xmlns:a16="http://schemas.microsoft.com/office/drawing/2014/main" id="{5E7A945E-5FBC-48B5-99AB-76F66B089B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3032125"/>
            <a:ext cx="3336925" cy="1189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微軟正黑體" panose="020B0604030504040204" pitchFamily="34" charset="-120"/>
              </a:rPr>
              <a:t>millis()指令將傳回從程式啟動到目前所經過的毫秒數。透過它，程式能偵測兩次拍手的間隔時間。</a:t>
            </a:r>
          </a:p>
        </p:txBody>
      </p:sp>
      <p:sp>
        <p:nvSpPr>
          <p:cNvPr id="18437" name="Oval 13317">
            <a:extLst>
              <a:ext uri="{FF2B5EF4-FFF2-40B4-BE49-F238E27FC236}">
                <a16:creationId xmlns:a16="http://schemas.microsoft.com/office/drawing/2014/main" id="{C678C836-8D65-4DD7-B497-6D3061DD18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150" y="4510088"/>
            <a:ext cx="863600" cy="8636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8438" name="Text Box 13318">
            <a:extLst>
              <a:ext uri="{FF2B5EF4-FFF2-40B4-BE49-F238E27FC236}">
                <a16:creationId xmlns:a16="http://schemas.microsoft.com/office/drawing/2014/main" id="{EE6F0BC7-1866-43D2-9042-8E9540F0BA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9223" y="4654550"/>
            <a:ext cx="69923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參閱</a:t>
            </a:r>
          </a:p>
          <a:p>
            <a:pPr algn="ctr"/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8</a:t>
            </a: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-2</a:t>
            </a:r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6</a:t>
            </a:r>
            <a:endParaRPr lang="zh-TW" altLang="en-US" b="1" dirty="0">
              <a:solidFill>
                <a:schemeClr val="bg1"/>
              </a:solidFill>
              <a:latin typeface="微軟正黑體" panose="020B0604030504040204" pitchFamily="34" charset="-120"/>
            </a:endParaRPr>
          </a:p>
        </p:txBody>
      </p:sp>
    </p:spTree>
  </p:cSld>
  <p:clrMapOvr>
    <a:masterClrMapping/>
  </p:clrMapOvr>
  <p:transition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D48E6AF-A1D1-CBA4-EC7D-6D1E9A123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克希荷夫電路定律（一）</a:t>
            </a:r>
          </a:p>
        </p:txBody>
      </p:sp>
      <p:pic>
        <p:nvPicPr>
          <p:cNvPr id="2050" name="Picture 2" descr="電阻並聯">
            <a:extLst>
              <a:ext uri="{FF2B5EF4-FFF2-40B4-BE49-F238E27FC236}">
                <a16:creationId xmlns:a16="http://schemas.microsoft.com/office/drawing/2014/main" id="{9020A276-5D85-21BF-BCC4-CAA03A5DD0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5219" y="1729365"/>
            <a:ext cx="2647950" cy="1028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克希荷夫電流定律">
            <a:extLst>
              <a:ext uri="{FF2B5EF4-FFF2-40B4-BE49-F238E27FC236}">
                <a16:creationId xmlns:a16="http://schemas.microsoft.com/office/drawing/2014/main" id="{5D5D7E90-36C6-B462-89BD-0E53B5F626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3212976"/>
            <a:ext cx="7248525" cy="2076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克希荷夫電流定律">
            <a:extLst>
              <a:ext uri="{FF2B5EF4-FFF2-40B4-BE49-F238E27FC236}">
                <a16:creationId xmlns:a16="http://schemas.microsoft.com/office/drawing/2014/main" id="{86712E6A-0B9B-D30B-15D8-F729B5DEE2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738" y="5584825"/>
            <a:ext cx="7429500" cy="1171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FF08BB51-78CC-4BE4-50A4-7001BF8FD715}"/>
              </a:ext>
            </a:extLst>
          </p:cNvPr>
          <p:cNvSpPr txBox="1"/>
          <p:nvPr/>
        </p:nvSpPr>
        <p:spPr>
          <a:xfrm>
            <a:off x="283953" y="1805235"/>
            <a:ext cx="330940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TW" altLang="en-US" sz="1600" i="0" dirty="0">
                <a:solidFill>
                  <a:srgbClr val="16181A"/>
                </a:solidFill>
                <a:effectLst/>
                <a:latin typeface="-apple-system"/>
              </a:rPr>
              <a:t>推導</a:t>
            </a:r>
            <a:r>
              <a:rPr lang="en-US" altLang="zh-TW" sz="1600" i="0" dirty="0">
                <a:solidFill>
                  <a:srgbClr val="16181A"/>
                </a:solidFill>
                <a:effectLst/>
                <a:latin typeface="-apple-system"/>
              </a:rPr>
              <a:t>R1</a:t>
            </a:r>
            <a:r>
              <a:rPr lang="zh-TW" altLang="en-US" sz="1600" i="0" dirty="0">
                <a:solidFill>
                  <a:srgbClr val="16181A"/>
                </a:solidFill>
                <a:effectLst/>
                <a:latin typeface="-apple-system"/>
              </a:rPr>
              <a:t>和</a:t>
            </a:r>
            <a:r>
              <a:rPr lang="en-US" altLang="zh-TW" sz="1600" i="0" dirty="0">
                <a:solidFill>
                  <a:srgbClr val="16181A"/>
                </a:solidFill>
                <a:effectLst/>
                <a:latin typeface="-apple-system"/>
              </a:rPr>
              <a:t>R2</a:t>
            </a:r>
            <a:r>
              <a:rPr lang="zh-TW" altLang="en-US" sz="1600" i="0" dirty="0">
                <a:solidFill>
                  <a:srgbClr val="16181A"/>
                </a:solidFill>
                <a:effectLst/>
                <a:latin typeface="-apple-system"/>
              </a:rPr>
              <a:t>電阻的並聯值公式</a:t>
            </a:r>
          </a:p>
        </p:txBody>
      </p:sp>
      <p:sp>
        <p:nvSpPr>
          <p:cNvPr id="3" name="Oval 13317">
            <a:extLst>
              <a:ext uri="{FF2B5EF4-FFF2-40B4-BE49-F238E27FC236}">
                <a16:creationId xmlns:a16="http://schemas.microsoft.com/office/drawing/2014/main" id="{9AC67816-D06F-6CC5-9C05-5215058ACC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40101" y="2372932"/>
            <a:ext cx="863600" cy="8636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4" name="Text Box 13318">
            <a:extLst>
              <a:ext uri="{FF2B5EF4-FFF2-40B4-BE49-F238E27FC236}">
                <a16:creationId xmlns:a16="http://schemas.microsoft.com/office/drawing/2014/main" id="{FA4500B2-FFF2-E993-EB26-A1987FEB43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1174" y="2517394"/>
            <a:ext cx="69923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參閱</a:t>
            </a:r>
          </a:p>
          <a:p>
            <a:pPr algn="ctr"/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8</a:t>
            </a: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-</a:t>
            </a:r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31</a:t>
            </a:r>
            <a:endParaRPr lang="zh-TW" altLang="en-US" b="1" dirty="0">
              <a:solidFill>
                <a:schemeClr val="bg1"/>
              </a:solidFill>
              <a:latin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450849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11930-7AB8-1D96-CB6E-D7656EA72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CCD4BBB-5B32-AEA3-58E8-C55474FE1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克希荷夫電路定律（二）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286AD99A-0A17-9DF1-41BC-9A23B765BA7E}"/>
              </a:ext>
            </a:extLst>
          </p:cNvPr>
          <p:cNvSpPr txBox="1"/>
          <p:nvPr/>
        </p:nvSpPr>
        <p:spPr>
          <a:xfrm>
            <a:off x="650840" y="1805235"/>
            <a:ext cx="24853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TW" altLang="en-US" sz="1600" i="0" dirty="0">
                <a:solidFill>
                  <a:srgbClr val="16181A"/>
                </a:solidFill>
                <a:effectLst/>
                <a:latin typeface="-apple-system"/>
              </a:rPr>
              <a:t>求電路中的</a:t>
            </a:r>
            <a:r>
              <a:rPr lang="en-US" altLang="zh-TW" sz="1600" i="0" dirty="0">
                <a:solidFill>
                  <a:srgbClr val="16181A"/>
                </a:solidFill>
                <a:effectLst/>
                <a:latin typeface="-apple-system"/>
              </a:rPr>
              <a:t>I2</a:t>
            </a:r>
            <a:r>
              <a:rPr lang="zh-TW" altLang="en-US" sz="1600" i="0" dirty="0">
                <a:solidFill>
                  <a:srgbClr val="16181A"/>
                </a:solidFill>
                <a:effectLst/>
                <a:latin typeface="-apple-system"/>
              </a:rPr>
              <a:t>和</a:t>
            </a:r>
            <a:r>
              <a:rPr lang="en-US" altLang="zh-TW" sz="1600" i="0" dirty="0">
                <a:solidFill>
                  <a:srgbClr val="16181A"/>
                </a:solidFill>
                <a:effectLst/>
                <a:latin typeface="-apple-system"/>
              </a:rPr>
              <a:t>I3</a:t>
            </a:r>
            <a:r>
              <a:rPr lang="zh-TW" altLang="en-US" sz="1600" i="0" dirty="0">
                <a:solidFill>
                  <a:srgbClr val="16181A"/>
                </a:solidFill>
                <a:effectLst/>
                <a:latin typeface="-apple-system"/>
              </a:rPr>
              <a:t>電流值</a:t>
            </a:r>
          </a:p>
        </p:txBody>
      </p:sp>
      <p:pic>
        <p:nvPicPr>
          <p:cNvPr id="3077" name="圖片 9">
            <a:extLst>
              <a:ext uri="{FF2B5EF4-FFF2-40B4-BE49-F238E27FC236}">
                <a16:creationId xmlns:a16="http://schemas.microsoft.com/office/drawing/2014/main" id="{F6B0D65E-62D2-2962-1CCB-18B99CDACA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3357" y="1662776"/>
            <a:ext cx="1576388" cy="96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8" name="圖片 3">
            <a:extLst>
              <a:ext uri="{FF2B5EF4-FFF2-40B4-BE49-F238E27FC236}">
                <a16:creationId xmlns:a16="http://schemas.microsoft.com/office/drawing/2014/main" id="{01F2696C-6C67-24D0-A9A9-FBCE84DB38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168" y="1528631"/>
            <a:ext cx="1476375" cy="123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9" name="圖片 4">
            <a:extLst>
              <a:ext uri="{FF2B5EF4-FFF2-40B4-BE49-F238E27FC236}">
                <a16:creationId xmlns:a16="http://schemas.microsoft.com/office/drawing/2014/main" id="{9FBAC2BB-A311-00EA-0C3B-5AF9AC6F18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9259" y="3087513"/>
            <a:ext cx="45720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0" name="圖片 5">
            <a:extLst>
              <a:ext uri="{FF2B5EF4-FFF2-40B4-BE49-F238E27FC236}">
                <a16:creationId xmlns:a16="http://schemas.microsoft.com/office/drawing/2014/main" id="{D45C1674-3D18-3FBC-7FA8-8C05A61A54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674" y="4863925"/>
            <a:ext cx="52578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1" name="圖片 6">
            <a:extLst>
              <a:ext uri="{FF2B5EF4-FFF2-40B4-BE49-F238E27FC236}">
                <a16:creationId xmlns:a16="http://schemas.microsoft.com/office/drawing/2014/main" id="{A91954EF-A113-2688-3E3B-FC455FC9E7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36" y="4433664"/>
            <a:ext cx="3270250" cy="114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2" name="圖片 8">
            <a:extLst>
              <a:ext uri="{FF2B5EF4-FFF2-40B4-BE49-F238E27FC236}">
                <a16:creationId xmlns:a16="http://schemas.microsoft.com/office/drawing/2014/main" id="{D0700766-0F52-B661-971F-8E2E20975E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1468" y="5787743"/>
            <a:ext cx="51054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Oval 13317">
            <a:extLst>
              <a:ext uri="{FF2B5EF4-FFF2-40B4-BE49-F238E27FC236}">
                <a16:creationId xmlns:a16="http://schemas.microsoft.com/office/drawing/2014/main" id="{DB49A677-59E2-68B9-A465-5CC7E2A978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11174" y="2715383"/>
            <a:ext cx="863600" cy="8636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4" name="Text Box 13318">
            <a:extLst>
              <a:ext uri="{FF2B5EF4-FFF2-40B4-BE49-F238E27FC236}">
                <a16:creationId xmlns:a16="http://schemas.microsoft.com/office/drawing/2014/main" id="{6EF4419A-E91D-974D-174C-24C880A50B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82247" y="2859845"/>
            <a:ext cx="69923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參閱</a:t>
            </a:r>
          </a:p>
          <a:p>
            <a:pPr algn="ctr"/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8</a:t>
            </a: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-</a:t>
            </a:r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32</a:t>
            </a:r>
            <a:endParaRPr lang="zh-TW" altLang="en-US" b="1" dirty="0">
              <a:solidFill>
                <a:schemeClr val="bg1"/>
              </a:solidFill>
              <a:latin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442444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533B8-4C06-2195-0130-82BC0E40C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105CDA7-CAF6-5FFB-DAA6-BC3E828AF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克希荷夫電路定律（三）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5F5963F6-9A58-931C-DEA5-54BD27ACBC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944" y="1582191"/>
            <a:ext cx="4672012" cy="446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>
            <a:extLst>
              <a:ext uri="{FF2B5EF4-FFF2-40B4-BE49-F238E27FC236}">
                <a16:creationId xmlns:a16="http://schemas.microsoft.com/office/drawing/2014/main" id="{0AA9F663-664F-418A-2432-82CD8F7D3B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5245" y="2492896"/>
            <a:ext cx="51054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6DFF9EDF-FDE7-B4AF-DF69-BD7D5FA7A2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3928" y="3847682"/>
            <a:ext cx="3552825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1" name="Picture 5">
            <a:extLst>
              <a:ext uri="{FF2B5EF4-FFF2-40B4-BE49-F238E27FC236}">
                <a16:creationId xmlns:a16="http://schemas.microsoft.com/office/drawing/2014/main" id="{C939A810-E8F7-F222-F2B2-1D810973BC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488" y="4607240"/>
            <a:ext cx="5268913" cy="103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5E50BD8F-A241-5383-7286-9702C448E8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3150" y="5881334"/>
            <a:ext cx="25908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3" name="圖片 7">
            <a:extLst>
              <a:ext uri="{FF2B5EF4-FFF2-40B4-BE49-F238E27FC236}">
                <a16:creationId xmlns:a16="http://schemas.microsoft.com/office/drawing/2014/main" id="{E4300B62-EDEC-8C81-5C3D-DE00E494B0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2902" y="6486509"/>
            <a:ext cx="5257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Oval 13317">
            <a:extLst>
              <a:ext uri="{FF2B5EF4-FFF2-40B4-BE49-F238E27FC236}">
                <a16:creationId xmlns:a16="http://schemas.microsoft.com/office/drawing/2014/main" id="{F98F73D7-FFF2-C5EE-1125-1FD1EAD666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355" y="3208389"/>
            <a:ext cx="863600" cy="8636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4" name="Text Box 13318">
            <a:extLst>
              <a:ext uri="{FF2B5EF4-FFF2-40B4-BE49-F238E27FC236}">
                <a16:creationId xmlns:a16="http://schemas.microsoft.com/office/drawing/2014/main" id="{C4AF3473-FEA9-E77E-E5D4-462A11BE82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428" y="3352851"/>
            <a:ext cx="69923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參閱</a:t>
            </a:r>
          </a:p>
          <a:p>
            <a:pPr algn="ctr"/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8</a:t>
            </a: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-</a:t>
            </a:r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33</a:t>
            </a:r>
            <a:endParaRPr lang="zh-TW" altLang="en-US" b="1" dirty="0">
              <a:solidFill>
                <a:schemeClr val="bg1"/>
              </a:solidFill>
              <a:latin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227070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AA1DC95-985F-E07B-2C35-7B8DFA593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Arduino UNO R4</a:t>
            </a:r>
            <a:r>
              <a:rPr lang="zh-TW" altLang="en-US" dirty="0"/>
              <a:t>微控器內建的運算放大器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4F58785-7C4C-CA38-358D-FF72BE638C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8813" y="1909763"/>
            <a:ext cx="5257800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>
            <a:extLst>
              <a:ext uri="{FF2B5EF4-FFF2-40B4-BE49-F238E27FC236}">
                <a16:creationId xmlns:a16="http://schemas.microsoft.com/office/drawing/2014/main" id="{C5F6BF9A-400D-6232-BC93-D97A468DAE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513" y="4479926"/>
            <a:ext cx="5257800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Oval 13317">
            <a:extLst>
              <a:ext uri="{FF2B5EF4-FFF2-40B4-BE49-F238E27FC236}">
                <a16:creationId xmlns:a16="http://schemas.microsoft.com/office/drawing/2014/main" id="{6DCC94AF-73F6-347E-696E-DB9706EB9E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33398" y="3596997"/>
            <a:ext cx="863600" cy="8636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4" name="Text Box 13318">
            <a:extLst>
              <a:ext uri="{FF2B5EF4-FFF2-40B4-BE49-F238E27FC236}">
                <a16:creationId xmlns:a16="http://schemas.microsoft.com/office/drawing/2014/main" id="{9A4A2B05-4D35-846B-DC45-30B0C6A964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04471" y="3741459"/>
            <a:ext cx="69923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參閱</a:t>
            </a:r>
          </a:p>
          <a:p>
            <a:pPr algn="ctr"/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8</a:t>
            </a: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-</a:t>
            </a:r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36</a:t>
            </a:r>
            <a:endParaRPr lang="zh-TW" altLang="en-US" b="1" dirty="0">
              <a:solidFill>
                <a:schemeClr val="bg1"/>
              </a:solidFill>
              <a:latin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6271137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DB6EF"/>
      </a:accent1>
      <a:accent2>
        <a:srgbClr val="C0504D"/>
      </a:accent2>
      <a:accent3>
        <a:srgbClr val="FFFFFF"/>
      </a:accent3>
      <a:accent4>
        <a:srgbClr val="000000"/>
      </a:accent4>
      <a:accent5>
        <a:srgbClr val="C0D7F5"/>
      </a:accent5>
      <a:accent6>
        <a:srgbClr val="AC4744"/>
      </a:accent6>
      <a:hlink>
        <a:srgbClr val="0066CC"/>
      </a:hlink>
      <a:folHlink>
        <a:srgbClr val="800080"/>
      </a:folHlink>
    </a:clrScheme>
    <a:fontScheme name="">
      <a:majorFont>
        <a:latin typeface="微軟正黑體"/>
        <a:ea typeface="微軟正黑體"/>
        <a:cs typeface=""/>
      </a:majorFont>
      <a:minorFont>
        <a:latin typeface="微軟正黑體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4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5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6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7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8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9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0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1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DB6EF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FD7F6"/>
        </a:accent5>
        <a:accent6>
          <a:srgbClr val="AE4845"/>
        </a:accent6>
        <a:hlink>
          <a:srgbClr val="0066CC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_2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DB6EF"/>
      </a:accent1>
      <a:accent2>
        <a:srgbClr val="C0504D"/>
      </a:accent2>
      <a:accent3>
        <a:srgbClr val="FFFFFF"/>
      </a:accent3>
      <a:accent4>
        <a:srgbClr val="000000"/>
      </a:accent4>
      <a:accent5>
        <a:srgbClr val="C0D7F5"/>
      </a:accent5>
      <a:accent6>
        <a:srgbClr val="AC4744"/>
      </a:accent6>
      <a:hlink>
        <a:srgbClr val="0066CC"/>
      </a:hlink>
      <a:folHlink>
        <a:srgbClr val="800080"/>
      </a:folHlink>
    </a:clrScheme>
    <a:fontScheme name="">
      <a:majorFont>
        <a:latin typeface="微軟正黑體"/>
        <a:ea typeface="微軟正黑體"/>
        <a:cs typeface=""/>
      </a:majorFont>
      <a:minorFont>
        <a:latin typeface="微軟正黑體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Custom Design_2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_2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_2 3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_2 4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_2 5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_2 6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_2 7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_2 8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_2 9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_2 10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_2 11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_2 1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DB6EF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FD7F6"/>
        </a:accent5>
        <a:accent6>
          <a:srgbClr val="AE4845"/>
        </a:accent6>
        <a:hlink>
          <a:srgbClr val="0066CC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Custom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DB6EF"/>
      </a:accent1>
      <a:accent2>
        <a:srgbClr val="C0504D"/>
      </a:accent2>
      <a:accent3>
        <a:srgbClr val="FFFFFF"/>
      </a:accent3>
      <a:accent4>
        <a:srgbClr val="000000"/>
      </a:accent4>
      <a:accent5>
        <a:srgbClr val="C0D7F5"/>
      </a:accent5>
      <a:accent6>
        <a:srgbClr val="AC4744"/>
      </a:accent6>
      <a:hlink>
        <a:srgbClr val="0066CC"/>
      </a:hlink>
      <a:folHlink>
        <a:srgbClr val="800080"/>
      </a:folHlink>
    </a:clrScheme>
    <a:fontScheme name="">
      <a:majorFont>
        <a:latin typeface="微軟正黑體"/>
        <a:ea typeface="微軟正黑體"/>
        <a:cs typeface=""/>
      </a:majorFont>
      <a:minorFont>
        <a:latin typeface="微軟正黑體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1_Custom Design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3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4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5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6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7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8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9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0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1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DB6EF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FD7F6"/>
        </a:accent5>
        <a:accent6>
          <a:srgbClr val="AE4845"/>
        </a:accent6>
        <a:hlink>
          <a:srgbClr val="0066CC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</TotalTime>
  <Pages>0</Pages>
  <Words>379</Words>
  <Characters>0</Characters>
  <Application>Microsoft Office PowerPoint</Application>
  <DocSecurity>0</DocSecurity>
  <PresentationFormat>如螢幕大小 (4:3)</PresentationFormat>
  <Lines>0</Lines>
  <Paragraphs>101</Paragraphs>
  <Slides>17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3</vt:i4>
      </vt:variant>
      <vt:variant>
        <vt:lpstr>投影片標題</vt:lpstr>
      </vt:variant>
      <vt:variant>
        <vt:i4>17</vt:i4>
      </vt:variant>
    </vt:vector>
  </HeadingPairs>
  <TitlesOfParts>
    <vt:vector size="23" baseType="lpstr">
      <vt:lpstr>-apple-system</vt:lpstr>
      <vt:lpstr>微軟正黑體</vt:lpstr>
      <vt:lpstr>Arial</vt:lpstr>
      <vt:lpstr>Custom Design</vt:lpstr>
      <vt:lpstr>Custom Design_2</vt:lpstr>
      <vt:lpstr>1_Custom Design</vt:lpstr>
      <vt:lpstr>PowerPoint 簡報</vt:lpstr>
      <vt:lpstr>第八章 類比信號處理與 運算放大器（OPA）</vt:lpstr>
      <vt:lpstr>讀取類比值</vt:lpstr>
      <vt:lpstr>電阻分壓電路</vt:lpstr>
      <vt:lpstr>從序列埠讀取類比輸入值</vt:lpstr>
      <vt:lpstr>光敏電阻</vt:lpstr>
      <vt:lpstr>使用光敏電阻製作小夜燈</vt:lpstr>
      <vt:lpstr>認識運算放大器（一）</vt:lpstr>
      <vt:lpstr>認識運算放大器（二）</vt:lpstr>
      <vt:lpstr>認識運算放大器（三）</vt:lpstr>
      <vt:lpstr>麥克風聲音放大器電路</vt:lpstr>
      <vt:lpstr>自製麥克風聲音放大器</vt:lpstr>
      <vt:lpstr>拍手控制開關改良版</vt:lpstr>
      <vt:lpstr>克希荷夫電路定律（一）</vt:lpstr>
      <vt:lpstr>克希荷夫電路定律（二）</vt:lpstr>
      <vt:lpstr>克希荷夫電路定律（三）</vt:lpstr>
      <vt:lpstr>Arduino UNO R4微控器內建的運算放大器</vt:lpstr>
    </vt:vector>
  </TitlesOfParts>
  <Manager/>
  <Company/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第九章 類比信號處理</dc:title>
  <dc:subject/>
  <dc:creator>趙英傑</dc:creator>
  <cp:keywords/>
  <dc:description/>
  <cp:lastModifiedBy>Ying-Chieh Chao</cp:lastModifiedBy>
  <cp:revision>62</cp:revision>
  <dcterms:created xsi:type="dcterms:W3CDTF">2013-06-03T22:45:21Z</dcterms:created>
  <dcterms:modified xsi:type="dcterms:W3CDTF">2024-12-18T06:19:37Z</dcterms:modified>
  <cp:category>超圖解Arduino互動設計入門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1033-10.2.0.5811</vt:lpwstr>
  </property>
</Properties>
</file>