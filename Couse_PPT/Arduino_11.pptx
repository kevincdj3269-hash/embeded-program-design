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1" r:id="rId1"/>
    <p:sldMasterId id="2147483653" r:id="rId2"/>
    <p:sldMasterId id="2147483699" r:id="rId3"/>
  </p:sldMasterIdLst>
  <p:sldIdLst>
    <p:sldId id="256" r:id="rId4"/>
    <p:sldId id="289" r:id="rId5"/>
    <p:sldId id="261" r:id="rId6"/>
    <p:sldId id="262" r:id="rId7"/>
    <p:sldId id="275" r:id="rId8"/>
    <p:sldId id="263" r:id="rId9"/>
    <p:sldId id="297" r:id="rId10"/>
    <p:sldId id="264" r:id="rId11"/>
    <p:sldId id="265" r:id="rId12"/>
    <p:sldId id="298" r:id="rId13"/>
    <p:sldId id="299" r:id="rId14"/>
    <p:sldId id="300" r:id="rId15"/>
    <p:sldId id="301" r:id="rId16"/>
    <p:sldId id="302" r:id="rId1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06799F8-075E-4A3A-A7F6-7FBC6576F1A4}" styleName="佈景主題樣式 2 - 輔色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9C7853C-536D-4A76-A0AE-DD22124D55A5}" styleName="佈景主題樣式 1 - 輔色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60" autoAdjust="0"/>
  </p:normalViewPr>
  <p:slideViewPr>
    <p:cSldViewPr snapToObjects="1">
      <p:cViewPr varScale="1">
        <p:scale>
          <a:sx n="62" d="100"/>
          <a:sy n="62" d="100"/>
        </p:scale>
        <p:origin x="1400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tableStyles" Target="tableStyle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1"/>
              <a:t>Click to edit Master subtitle style</a:t>
            </a:r>
          </a:p>
        </p:txBody>
      </p:sp>
      <p:sp>
        <p:nvSpPr>
          <p:cNvPr id="4" name="Footer Placeholder 3076">
            <a:extLst>
              <a:ext uri="{FF2B5EF4-FFF2-40B4-BE49-F238E27FC236}">
                <a16:creationId xmlns:a16="http://schemas.microsoft.com/office/drawing/2014/main" id="{D76E3E19-9600-40BB-A8A6-8528CB4602B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3077">
            <a:extLst>
              <a:ext uri="{FF2B5EF4-FFF2-40B4-BE49-F238E27FC236}">
                <a16:creationId xmlns:a16="http://schemas.microsoft.com/office/drawing/2014/main" id="{FFE17229-8653-408A-AA7C-68933066D6E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73D6C3F-9081-4A3A-813B-DD99B7D572E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104066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Footer Placeholder 3076">
            <a:extLst>
              <a:ext uri="{FF2B5EF4-FFF2-40B4-BE49-F238E27FC236}">
                <a16:creationId xmlns:a16="http://schemas.microsoft.com/office/drawing/2014/main" id="{21A08CCD-7B36-4551-BD14-1D142471B14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3077">
            <a:extLst>
              <a:ext uri="{FF2B5EF4-FFF2-40B4-BE49-F238E27FC236}">
                <a16:creationId xmlns:a16="http://schemas.microsoft.com/office/drawing/2014/main" id="{0320E719-260D-4531-BF4D-33ADA64FF4C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83AFA27-D9D2-4DE0-B66F-703C24EB548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68086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4" name="Footer Placeholder 3076">
            <a:extLst>
              <a:ext uri="{FF2B5EF4-FFF2-40B4-BE49-F238E27FC236}">
                <a16:creationId xmlns:a16="http://schemas.microsoft.com/office/drawing/2014/main" id="{20DACDCA-EF49-4EE4-9EF9-C096BA29318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3077">
            <a:extLst>
              <a:ext uri="{FF2B5EF4-FFF2-40B4-BE49-F238E27FC236}">
                <a16:creationId xmlns:a16="http://schemas.microsoft.com/office/drawing/2014/main" id="{142B964C-672D-4F17-B787-694CABE4E81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6D75087-17CD-499B-BD78-D4F28F33295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060184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41788" y="1600200"/>
            <a:ext cx="2227834" cy="4525963"/>
          </a:xfrm>
        </p:spPr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0554" y="1600200"/>
            <a:ext cx="2227834" cy="4525963"/>
          </a:xfrm>
        </p:spPr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5" name="Footer Placeholder 3076">
            <a:extLst>
              <a:ext uri="{FF2B5EF4-FFF2-40B4-BE49-F238E27FC236}">
                <a16:creationId xmlns:a16="http://schemas.microsoft.com/office/drawing/2014/main" id="{2A3841C6-0A9B-45E6-8A48-B4031D84C4D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3077">
            <a:extLst>
              <a:ext uri="{FF2B5EF4-FFF2-40B4-BE49-F238E27FC236}">
                <a16:creationId xmlns:a16="http://schemas.microsoft.com/office/drawing/2014/main" id="{781A2D26-9A9C-4CFF-A8B4-12382FA3D3C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9DBB489-5D4E-4829-AC4C-5B25829955A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472057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7" name="Footer Placeholder 3076">
            <a:extLst>
              <a:ext uri="{FF2B5EF4-FFF2-40B4-BE49-F238E27FC236}">
                <a16:creationId xmlns:a16="http://schemas.microsoft.com/office/drawing/2014/main" id="{131A44DE-07FB-49C1-AB7A-44DF501633B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Slide Number Placeholder 3077">
            <a:extLst>
              <a:ext uri="{FF2B5EF4-FFF2-40B4-BE49-F238E27FC236}">
                <a16:creationId xmlns:a16="http://schemas.microsoft.com/office/drawing/2014/main" id="{09B58B47-F8F5-4265-BEEF-8DC71208FB3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00AC574-6D55-4FAA-A91B-F697730B066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807405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Footer Placeholder 3076">
            <a:extLst>
              <a:ext uri="{FF2B5EF4-FFF2-40B4-BE49-F238E27FC236}">
                <a16:creationId xmlns:a16="http://schemas.microsoft.com/office/drawing/2014/main" id="{F73E6BFB-EDEF-471C-BF6F-68487DB4F91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077">
            <a:extLst>
              <a:ext uri="{FF2B5EF4-FFF2-40B4-BE49-F238E27FC236}">
                <a16:creationId xmlns:a16="http://schemas.microsoft.com/office/drawing/2014/main" id="{84285DDA-79EA-494F-B82E-B115DE5914A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D3776BB-9257-4955-9F7F-2B6D5833136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275521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076">
            <a:extLst>
              <a:ext uri="{FF2B5EF4-FFF2-40B4-BE49-F238E27FC236}">
                <a16:creationId xmlns:a16="http://schemas.microsoft.com/office/drawing/2014/main" id="{D0307B1C-575B-4EA6-9089-A873425CFA0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Slide Number Placeholder 3077">
            <a:extLst>
              <a:ext uri="{FF2B5EF4-FFF2-40B4-BE49-F238E27FC236}">
                <a16:creationId xmlns:a16="http://schemas.microsoft.com/office/drawing/2014/main" id="{BB69E530-9A25-4EB0-9C92-FA522CDB660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56F57E5-335B-4F6A-90B9-DBE34170C5F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03103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5" name="Footer Placeholder 3076">
            <a:extLst>
              <a:ext uri="{FF2B5EF4-FFF2-40B4-BE49-F238E27FC236}">
                <a16:creationId xmlns:a16="http://schemas.microsoft.com/office/drawing/2014/main" id="{AC9AFF9A-3F78-4964-9912-6B3C1FF7B77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3077">
            <a:extLst>
              <a:ext uri="{FF2B5EF4-FFF2-40B4-BE49-F238E27FC236}">
                <a16:creationId xmlns:a16="http://schemas.microsoft.com/office/drawing/2014/main" id="{A773F9CE-27F7-4B2D-BD8B-677E92EF255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2F164AA-A333-4543-A16C-7EF447011A5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512303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5" name="Footer Placeholder 3076">
            <a:extLst>
              <a:ext uri="{FF2B5EF4-FFF2-40B4-BE49-F238E27FC236}">
                <a16:creationId xmlns:a16="http://schemas.microsoft.com/office/drawing/2014/main" id="{E7E17476-01F4-4C81-9D3F-26DF23D9827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3077">
            <a:extLst>
              <a:ext uri="{FF2B5EF4-FFF2-40B4-BE49-F238E27FC236}">
                <a16:creationId xmlns:a16="http://schemas.microsoft.com/office/drawing/2014/main" id="{21FDCD4D-4D82-4C61-A91A-C78262348C4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3A85914-A109-40DB-AA29-118AC964837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289482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Footer Placeholder 3076">
            <a:extLst>
              <a:ext uri="{FF2B5EF4-FFF2-40B4-BE49-F238E27FC236}">
                <a16:creationId xmlns:a16="http://schemas.microsoft.com/office/drawing/2014/main" id="{C462946F-AFD4-4657-A1CE-8749A26FF1F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3077">
            <a:extLst>
              <a:ext uri="{FF2B5EF4-FFF2-40B4-BE49-F238E27FC236}">
                <a16:creationId xmlns:a16="http://schemas.microsoft.com/office/drawing/2014/main" id="{4BBD5136-67D3-4A84-96BF-343155CF1B9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E0EDF74-D2A3-44A8-91D6-2DCFEA82E4E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859876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87344" y="274638"/>
            <a:ext cx="2001044" cy="5851525"/>
          </a:xfrm>
        </p:spPr>
        <p:txBody>
          <a:bodyPr vert="eaVert"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4213" y="274638"/>
            <a:ext cx="5887129" cy="5851525"/>
          </a:xfrm>
        </p:spPr>
        <p:txBody>
          <a:bodyPr vert="eaVert"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Footer Placeholder 3076">
            <a:extLst>
              <a:ext uri="{FF2B5EF4-FFF2-40B4-BE49-F238E27FC236}">
                <a16:creationId xmlns:a16="http://schemas.microsoft.com/office/drawing/2014/main" id="{184D1327-8940-44BA-84D3-A90D05DE21C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3077">
            <a:extLst>
              <a:ext uri="{FF2B5EF4-FFF2-40B4-BE49-F238E27FC236}">
                <a16:creationId xmlns:a16="http://schemas.microsoft.com/office/drawing/2014/main" id="{128A453F-ADA5-46E0-A828-DF70131651A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C686B66-4A1A-4B49-A3BA-9AF860E93C8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538193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1"/>
              <a:t>Click to edit Master subtitle style</a:t>
            </a:r>
          </a:p>
        </p:txBody>
      </p:sp>
      <p:sp>
        <p:nvSpPr>
          <p:cNvPr id="4" name="Date Placeholder 4100">
            <a:extLst>
              <a:ext uri="{FF2B5EF4-FFF2-40B4-BE49-F238E27FC236}">
                <a16:creationId xmlns:a16="http://schemas.microsoft.com/office/drawing/2014/main" id="{64791290-9676-4894-B25A-877A9BB098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101">
            <a:extLst>
              <a:ext uri="{FF2B5EF4-FFF2-40B4-BE49-F238E27FC236}">
                <a16:creationId xmlns:a16="http://schemas.microsoft.com/office/drawing/2014/main" id="{09B93575-C8DF-407F-97C5-FB6266ADF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4102">
            <a:extLst>
              <a:ext uri="{FF2B5EF4-FFF2-40B4-BE49-F238E27FC236}">
                <a16:creationId xmlns:a16="http://schemas.microsoft.com/office/drawing/2014/main" id="{38E8AC5B-CB5D-4B89-8404-D5AA1CCA8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06B9D03-E6FC-4BFF-9F8F-3DC720DFB2B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6168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Date Placeholder 4100">
            <a:extLst>
              <a:ext uri="{FF2B5EF4-FFF2-40B4-BE49-F238E27FC236}">
                <a16:creationId xmlns:a16="http://schemas.microsoft.com/office/drawing/2014/main" id="{734714CA-881A-4150-967E-FD3F18AA5E6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101">
            <a:extLst>
              <a:ext uri="{FF2B5EF4-FFF2-40B4-BE49-F238E27FC236}">
                <a16:creationId xmlns:a16="http://schemas.microsoft.com/office/drawing/2014/main" id="{09B736FA-1F38-4174-B2AD-34DDA54CC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4102">
            <a:extLst>
              <a:ext uri="{FF2B5EF4-FFF2-40B4-BE49-F238E27FC236}">
                <a16:creationId xmlns:a16="http://schemas.microsoft.com/office/drawing/2014/main" id="{AEB0F462-6FF3-4A78-A656-F4551F941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B5461AA-7C38-4512-9DF0-BF202EFBABD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6655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4" name="Date Placeholder 4100">
            <a:extLst>
              <a:ext uri="{FF2B5EF4-FFF2-40B4-BE49-F238E27FC236}">
                <a16:creationId xmlns:a16="http://schemas.microsoft.com/office/drawing/2014/main" id="{CBA1CC82-6B33-4BF7-AC45-2F6CB23B269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101">
            <a:extLst>
              <a:ext uri="{FF2B5EF4-FFF2-40B4-BE49-F238E27FC236}">
                <a16:creationId xmlns:a16="http://schemas.microsoft.com/office/drawing/2014/main" id="{4CA5F5A8-895D-4E49-8BE3-208EDB347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4102">
            <a:extLst>
              <a:ext uri="{FF2B5EF4-FFF2-40B4-BE49-F238E27FC236}">
                <a16:creationId xmlns:a16="http://schemas.microsoft.com/office/drawing/2014/main" id="{4F1DCF54-C217-4E6F-8421-A3D7BE581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813F7D3-E9EB-442F-A006-BD3D03A9172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1773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5" name="Date Placeholder 4100">
            <a:extLst>
              <a:ext uri="{FF2B5EF4-FFF2-40B4-BE49-F238E27FC236}">
                <a16:creationId xmlns:a16="http://schemas.microsoft.com/office/drawing/2014/main" id="{72914E97-92D2-4F5E-916C-30CD6F002DF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4101">
            <a:extLst>
              <a:ext uri="{FF2B5EF4-FFF2-40B4-BE49-F238E27FC236}">
                <a16:creationId xmlns:a16="http://schemas.microsoft.com/office/drawing/2014/main" id="{B0190E46-D0BA-4FC5-AE62-835C5C3B6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4102">
            <a:extLst>
              <a:ext uri="{FF2B5EF4-FFF2-40B4-BE49-F238E27FC236}">
                <a16:creationId xmlns:a16="http://schemas.microsoft.com/office/drawing/2014/main" id="{2FFBE641-4505-4DBB-87BB-0A1621458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50D34EF-F093-45D3-B1C7-BDC59C0E871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1496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7" name="Date Placeholder 4100">
            <a:extLst>
              <a:ext uri="{FF2B5EF4-FFF2-40B4-BE49-F238E27FC236}">
                <a16:creationId xmlns:a16="http://schemas.microsoft.com/office/drawing/2014/main" id="{9F60F167-DE81-4108-9490-AB4F269A175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4101">
            <a:extLst>
              <a:ext uri="{FF2B5EF4-FFF2-40B4-BE49-F238E27FC236}">
                <a16:creationId xmlns:a16="http://schemas.microsoft.com/office/drawing/2014/main" id="{CACCF3CE-3BF7-425C-9C88-4AF10E1D6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4102">
            <a:extLst>
              <a:ext uri="{FF2B5EF4-FFF2-40B4-BE49-F238E27FC236}">
                <a16:creationId xmlns:a16="http://schemas.microsoft.com/office/drawing/2014/main" id="{426032DD-ED92-4932-93D7-E36B9F3DD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626D929-CD41-4ACC-8D12-1601FCDAC54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6554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Date Placeholder 4100">
            <a:extLst>
              <a:ext uri="{FF2B5EF4-FFF2-40B4-BE49-F238E27FC236}">
                <a16:creationId xmlns:a16="http://schemas.microsoft.com/office/drawing/2014/main" id="{D65D6834-A9A0-4708-94FD-C3E7FE8DC4F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4101">
            <a:extLst>
              <a:ext uri="{FF2B5EF4-FFF2-40B4-BE49-F238E27FC236}">
                <a16:creationId xmlns:a16="http://schemas.microsoft.com/office/drawing/2014/main" id="{D53B9394-0C72-4FBA-A31B-45DAFDE49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102">
            <a:extLst>
              <a:ext uri="{FF2B5EF4-FFF2-40B4-BE49-F238E27FC236}">
                <a16:creationId xmlns:a16="http://schemas.microsoft.com/office/drawing/2014/main" id="{BAB94D01-051B-4C57-8B4F-03835871C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6C1C007-FF55-4DB5-815E-1F092567397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96258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4100">
            <a:extLst>
              <a:ext uri="{FF2B5EF4-FFF2-40B4-BE49-F238E27FC236}">
                <a16:creationId xmlns:a16="http://schemas.microsoft.com/office/drawing/2014/main" id="{2ADA8CDB-589C-4F61-AB96-66454E12C16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4101">
            <a:extLst>
              <a:ext uri="{FF2B5EF4-FFF2-40B4-BE49-F238E27FC236}">
                <a16:creationId xmlns:a16="http://schemas.microsoft.com/office/drawing/2014/main" id="{07A7B2F6-B0B0-439E-92AC-658917E85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4102">
            <a:extLst>
              <a:ext uri="{FF2B5EF4-FFF2-40B4-BE49-F238E27FC236}">
                <a16:creationId xmlns:a16="http://schemas.microsoft.com/office/drawing/2014/main" id="{0EE7DDC8-8717-448D-9778-0655CA043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0237CC7-6C17-45F0-981E-914D5B99B64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8166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5" name="Date Placeholder 4100">
            <a:extLst>
              <a:ext uri="{FF2B5EF4-FFF2-40B4-BE49-F238E27FC236}">
                <a16:creationId xmlns:a16="http://schemas.microsoft.com/office/drawing/2014/main" id="{4C35A805-8F73-40C6-9F0B-B95647FBDE4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4101">
            <a:extLst>
              <a:ext uri="{FF2B5EF4-FFF2-40B4-BE49-F238E27FC236}">
                <a16:creationId xmlns:a16="http://schemas.microsoft.com/office/drawing/2014/main" id="{35FE990B-1104-4884-B24F-B7C3B91F4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4102">
            <a:extLst>
              <a:ext uri="{FF2B5EF4-FFF2-40B4-BE49-F238E27FC236}">
                <a16:creationId xmlns:a16="http://schemas.microsoft.com/office/drawing/2014/main" id="{F14CF381-BBA8-45A5-80DE-75428A8A7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732B53B-0D7F-4DE1-8746-0BABAE61A6E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23631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5" name="Date Placeholder 4100">
            <a:extLst>
              <a:ext uri="{FF2B5EF4-FFF2-40B4-BE49-F238E27FC236}">
                <a16:creationId xmlns:a16="http://schemas.microsoft.com/office/drawing/2014/main" id="{27A9F6A6-4435-4ABF-A9A3-11384E29C8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4101">
            <a:extLst>
              <a:ext uri="{FF2B5EF4-FFF2-40B4-BE49-F238E27FC236}">
                <a16:creationId xmlns:a16="http://schemas.microsoft.com/office/drawing/2014/main" id="{A98B1AB0-0E15-4902-959E-162ACB623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4102">
            <a:extLst>
              <a:ext uri="{FF2B5EF4-FFF2-40B4-BE49-F238E27FC236}">
                <a16:creationId xmlns:a16="http://schemas.microsoft.com/office/drawing/2014/main" id="{80AE3D43-71E6-4568-ABB4-A2E970DC1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45AD6FE-8276-484E-936B-8CFCBD8B58B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56982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Date Placeholder 4100">
            <a:extLst>
              <a:ext uri="{FF2B5EF4-FFF2-40B4-BE49-F238E27FC236}">
                <a16:creationId xmlns:a16="http://schemas.microsoft.com/office/drawing/2014/main" id="{944C569E-DD84-4CC6-8CAF-55654B60EF6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101">
            <a:extLst>
              <a:ext uri="{FF2B5EF4-FFF2-40B4-BE49-F238E27FC236}">
                <a16:creationId xmlns:a16="http://schemas.microsoft.com/office/drawing/2014/main" id="{E7422820-6E68-481E-BDE6-5518080AC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4102">
            <a:extLst>
              <a:ext uri="{FF2B5EF4-FFF2-40B4-BE49-F238E27FC236}">
                <a16:creationId xmlns:a16="http://schemas.microsoft.com/office/drawing/2014/main" id="{E36C0EC0-44B9-4D48-BD57-5BF5B229F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7BB3848-C942-4A42-94DA-9F32FAB34E4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53120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37760" y="101600"/>
            <a:ext cx="2126853" cy="6024563"/>
          </a:xfrm>
        </p:spPr>
        <p:txBody>
          <a:bodyPr vert="eaVert"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01600"/>
            <a:ext cx="6257264" cy="6024563"/>
          </a:xfrm>
        </p:spPr>
        <p:txBody>
          <a:bodyPr vert="eaVert"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Date Placeholder 4100">
            <a:extLst>
              <a:ext uri="{FF2B5EF4-FFF2-40B4-BE49-F238E27FC236}">
                <a16:creationId xmlns:a16="http://schemas.microsoft.com/office/drawing/2014/main" id="{A7CA34E9-D021-4366-9FE6-03AF53F8B7E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101">
            <a:extLst>
              <a:ext uri="{FF2B5EF4-FFF2-40B4-BE49-F238E27FC236}">
                <a16:creationId xmlns:a16="http://schemas.microsoft.com/office/drawing/2014/main" id="{520E66E4-F7BE-4105-98DB-044322731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4102">
            <a:extLst>
              <a:ext uri="{FF2B5EF4-FFF2-40B4-BE49-F238E27FC236}">
                <a16:creationId xmlns:a16="http://schemas.microsoft.com/office/drawing/2014/main" id="{EEDDD01B-62EC-4C08-8B70-0CABF7563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C741DE-A586-44E2-8D28-9246688FCE5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38973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29150" y="1825625"/>
            <a:ext cx="3886200" cy="2098675"/>
          </a:xfrm>
        </p:spPr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29150" y="4076700"/>
            <a:ext cx="3886200" cy="2100263"/>
          </a:xfrm>
        </p:spPr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6" name="Date Placeholder 4100">
            <a:extLst>
              <a:ext uri="{FF2B5EF4-FFF2-40B4-BE49-F238E27FC236}">
                <a16:creationId xmlns:a16="http://schemas.microsoft.com/office/drawing/2014/main" id="{6DF94B64-0FCB-4841-BE1F-1A7EB8FEE2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Footer Placeholder 4101">
            <a:extLst>
              <a:ext uri="{FF2B5EF4-FFF2-40B4-BE49-F238E27FC236}">
                <a16:creationId xmlns:a16="http://schemas.microsoft.com/office/drawing/2014/main" id="{90095BAC-138D-43CB-8D9E-6DFEBE4B0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Slide Number Placeholder 4102">
            <a:extLst>
              <a:ext uri="{FF2B5EF4-FFF2-40B4-BE49-F238E27FC236}">
                <a16:creationId xmlns:a16="http://schemas.microsoft.com/office/drawing/2014/main" id="{85CA998A-D932-4117-9359-DDCACB8B5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38B8A1C-5E11-4F3F-AA04-E52D27818C1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16357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1"/>
              <a:t>Click to edit Master subtitle style</a:t>
            </a:r>
          </a:p>
        </p:txBody>
      </p:sp>
      <p:sp>
        <p:nvSpPr>
          <p:cNvPr id="4" name="Footer Placeholder 3076">
            <a:extLst>
              <a:ext uri="{FF2B5EF4-FFF2-40B4-BE49-F238E27FC236}">
                <a16:creationId xmlns:a16="http://schemas.microsoft.com/office/drawing/2014/main" id="{2ED3DCC8-A29F-463C-9AAD-48FC6D7C581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3077">
            <a:extLst>
              <a:ext uri="{FF2B5EF4-FFF2-40B4-BE49-F238E27FC236}">
                <a16:creationId xmlns:a16="http://schemas.microsoft.com/office/drawing/2014/main" id="{C1CAF7F1-2D7D-48A2-AE1E-7A6C28263C9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EE221D4-1685-4D2D-8091-20FE6F716E0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88409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Footer Placeholder 3076">
            <a:extLst>
              <a:ext uri="{FF2B5EF4-FFF2-40B4-BE49-F238E27FC236}">
                <a16:creationId xmlns:a16="http://schemas.microsoft.com/office/drawing/2014/main" id="{CB63DD57-2022-409C-959F-9BD9F1F6771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3077">
            <a:extLst>
              <a:ext uri="{FF2B5EF4-FFF2-40B4-BE49-F238E27FC236}">
                <a16:creationId xmlns:a16="http://schemas.microsoft.com/office/drawing/2014/main" id="{1EBC357E-8704-441D-8C7F-EAFFB94E010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0B93504-A56B-42A7-88F0-F96C062714C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53682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4" name="Footer Placeholder 3076">
            <a:extLst>
              <a:ext uri="{FF2B5EF4-FFF2-40B4-BE49-F238E27FC236}">
                <a16:creationId xmlns:a16="http://schemas.microsoft.com/office/drawing/2014/main" id="{84ADD140-4CD0-4A78-99CC-D9A0D2020F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3077">
            <a:extLst>
              <a:ext uri="{FF2B5EF4-FFF2-40B4-BE49-F238E27FC236}">
                <a16:creationId xmlns:a16="http://schemas.microsoft.com/office/drawing/2014/main" id="{6F24D066-32B7-4C12-B41A-3E6F223AC3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4F52FF0-191C-4665-A500-DD5EE1E09B2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46976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41788" y="1600200"/>
            <a:ext cx="2227834" cy="4525963"/>
          </a:xfrm>
        </p:spPr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0554" y="1600200"/>
            <a:ext cx="2227834" cy="4525963"/>
          </a:xfrm>
        </p:spPr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5" name="Footer Placeholder 3076">
            <a:extLst>
              <a:ext uri="{FF2B5EF4-FFF2-40B4-BE49-F238E27FC236}">
                <a16:creationId xmlns:a16="http://schemas.microsoft.com/office/drawing/2014/main" id="{42539F1F-F74C-458B-84DB-D9F927AB0F1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3077">
            <a:extLst>
              <a:ext uri="{FF2B5EF4-FFF2-40B4-BE49-F238E27FC236}">
                <a16:creationId xmlns:a16="http://schemas.microsoft.com/office/drawing/2014/main" id="{0EDC696F-330C-4837-93B2-4904F901CBD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D7E61B2-1395-42BC-8623-272B702F877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84516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7" name="Footer Placeholder 3076">
            <a:extLst>
              <a:ext uri="{FF2B5EF4-FFF2-40B4-BE49-F238E27FC236}">
                <a16:creationId xmlns:a16="http://schemas.microsoft.com/office/drawing/2014/main" id="{6C1E62D0-A25B-4EE4-B6B9-933720CBDD6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Slide Number Placeholder 3077">
            <a:extLst>
              <a:ext uri="{FF2B5EF4-FFF2-40B4-BE49-F238E27FC236}">
                <a16:creationId xmlns:a16="http://schemas.microsoft.com/office/drawing/2014/main" id="{D30835F6-6464-4EBD-ACC7-51304742C63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F6F2921-AD68-4B18-9A5C-E03E5A6297B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3437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Footer Placeholder 3076">
            <a:extLst>
              <a:ext uri="{FF2B5EF4-FFF2-40B4-BE49-F238E27FC236}">
                <a16:creationId xmlns:a16="http://schemas.microsoft.com/office/drawing/2014/main" id="{3AFB3E0E-F03A-44B4-8C99-4BFFBA12DAF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077">
            <a:extLst>
              <a:ext uri="{FF2B5EF4-FFF2-40B4-BE49-F238E27FC236}">
                <a16:creationId xmlns:a16="http://schemas.microsoft.com/office/drawing/2014/main" id="{0A63D3EB-E175-476E-B3D0-83614BD3AA6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DE23894-34BA-4D7E-89CB-A6798AE16FB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55011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076">
            <a:extLst>
              <a:ext uri="{FF2B5EF4-FFF2-40B4-BE49-F238E27FC236}">
                <a16:creationId xmlns:a16="http://schemas.microsoft.com/office/drawing/2014/main" id="{8A118E2B-DC9D-4A38-A832-8163B05364A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Slide Number Placeholder 3077">
            <a:extLst>
              <a:ext uri="{FF2B5EF4-FFF2-40B4-BE49-F238E27FC236}">
                <a16:creationId xmlns:a16="http://schemas.microsoft.com/office/drawing/2014/main" id="{5C5961FD-B21D-4C15-89D2-3A5A7093668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BB509CB-45BE-4F0C-8C20-3B5A6217726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2109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5" name="Footer Placeholder 3076">
            <a:extLst>
              <a:ext uri="{FF2B5EF4-FFF2-40B4-BE49-F238E27FC236}">
                <a16:creationId xmlns:a16="http://schemas.microsoft.com/office/drawing/2014/main" id="{56ADBD53-2E23-4CDB-9415-F92D14C01CF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3077">
            <a:extLst>
              <a:ext uri="{FF2B5EF4-FFF2-40B4-BE49-F238E27FC236}">
                <a16:creationId xmlns:a16="http://schemas.microsoft.com/office/drawing/2014/main" id="{B44741E4-6EA3-4CCF-BB25-E0A2938CBB7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D17921F-0A00-440A-A456-9AB796477FE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3952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5" name="Footer Placeholder 3076">
            <a:extLst>
              <a:ext uri="{FF2B5EF4-FFF2-40B4-BE49-F238E27FC236}">
                <a16:creationId xmlns:a16="http://schemas.microsoft.com/office/drawing/2014/main" id="{24F9C983-C681-4793-BF00-563FD3F0742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3077">
            <a:extLst>
              <a:ext uri="{FF2B5EF4-FFF2-40B4-BE49-F238E27FC236}">
                <a16:creationId xmlns:a16="http://schemas.microsoft.com/office/drawing/2014/main" id="{1AC5CE1B-3CD3-48D8-AF34-D2C684118F2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7FC160E-1166-4514-B6AB-51668A0A45A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98505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Footer Placeholder 3076">
            <a:extLst>
              <a:ext uri="{FF2B5EF4-FFF2-40B4-BE49-F238E27FC236}">
                <a16:creationId xmlns:a16="http://schemas.microsoft.com/office/drawing/2014/main" id="{E33637A0-BBD9-443D-A7C2-6EE450B3736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3077">
            <a:extLst>
              <a:ext uri="{FF2B5EF4-FFF2-40B4-BE49-F238E27FC236}">
                <a16:creationId xmlns:a16="http://schemas.microsoft.com/office/drawing/2014/main" id="{C5EF534E-6EC0-4E2B-8382-B6DBC5AF545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CC75AE1-EA63-4735-8307-C06AA75F179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85672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87344" y="274638"/>
            <a:ext cx="2001044" cy="5851525"/>
          </a:xfrm>
        </p:spPr>
        <p:txBody>
          <a:bodyPr vert="eaVert"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4213" y="274638"/>
            <a:ext cx="5887129" cy="5851525"/>
          </a:xfrm>
        </p:spPr>
        <p:txBody>
          <a:bodyPr vert="eaVert"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Footer Placeholder 3076">
            <a:extLst>
              <a:ext uri="{FF2B5EF4-FFF2-40B4-BE49-F238E27FC236}">
                <a16:creationId xmlns:a16="http://schemas.microsoft.com/office/drawing/2014/main" id="{299580C2-DB81-43E9-931B-7D9AA81B0A7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3077">
            <a:extLst>
              <a:ext uri="{FF2B5EF4-FFF2-40B4-BE49-F238E27FC236}">
                <a16:creationId xmlns:a16="http://schemas.microsoft.com/office/drawing/2014/main" id="{5AC01044-36AB-4F96-89EA-5A73FBA5C6C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73E4F63-B7B9-4B6C-A523-BAF89EDCDD7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9652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871D3BBD-E8E8-4B9E-009E-41EB9AD44F0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" y="0"/>
            <a:ext cx="91417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487355"/>
      </p:ext>
    </p:extLst>
  </p:cSld>
  <p:clrMapOvr>
    <a:masterClrMapping/>
  </p:clrMapOvr>
  <p:hf sldNum="0" hd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3073" descr="hand">
            <a:extLst>
              <a:ext uri="{FF2B5EF4-FFF2-40B4-BE49-F238E27FC236}">
                <a16:creationId xmlns:a16="http://schemas.microsoft.com/office/drawing/2014/main" id="{B7E1B79A-0A16-4F94-A83A-2D6D001B522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38150" y="1720850"/>
            <a:ext cx="4648200" cy="6029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Title 3074">
            <a:extLst>
              <a:ext uri="{FF2B5EF4-FFF2-40B4-BE49-F238E27FC236}">
                <a16:creationId xmlns:a16="http://schemas.microsoft.com/office/drawing/2014/main" id="{E7D207AF-4726-4647-940E-3E9492B3FAF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84213" y="274638"/>
            <a:ext cx="800258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Text Placeholder 3075">
            <a:extLst>
              <a:ext uri="{FF2B5EF4-FFF2-40B4-BE49-F238E27FC236}">
                <a16:creationId xmlns:a16="http://schemas.microsoft.com/office/drawing/2014/main" id="{E1511D4F-4BE4-4140-A9BC-BFB8714883C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141788" y="1600200"/>
            <a:ext cx="4546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3077" name="Footer Placeholder 3076">
            <a:extLst>
              <a:ext uri="{FF2B5EF4-FFF2-40B4-BE49-F238E27FC236}">
                <a16:creationId xmlns:a16="http://schemas.microsoft.com/office/drawing/2014/main" id="{055B6698-FD8A-4569-9320-09327FE7A1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en-US"/>
          </a:p>
        </p:txBody>
      </p:sp>
      <p:sp>
        <p:nvSpPr>
          <p:cNvPr id="3078" name="Slide Number Placeholder 3077">
            <a:extLst>
              <a:ext uri="{FF2B5EF4-FFF2-40B4-BE49-F238E27FC236}">
                <a16:creationId xmlns:a16="http://schemas.microsoft.com/office/drawing/2014/main" id="{066F35BA-F6B2-4F2A-BAC5-CF9484236E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2D8198E3-ABF4-4560-9B94-9CEC1494F696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09" r:id="rId2"/>
    <p:sldLayoutId id="2147483708" r:id="rId3"/>
    <p:sldLayoutId id="2147483707" r:id="rId4"/>
    <p:sldLayoutId id="2147483706" r:id="rId5"/>
    <p:sldLayoutId id="2147483705" r:id="rId6"/>
    <p:sldLayoutId id="2147483704" r:id="rId7"/>
    <p:sldLayoutId id="2147483703" r:id="rId8"/>
    <p:sldLayoutId id="2147483702" r:id="rId9"/>
    <p:sldLayoutId id="2147483701" r:id="rId10"/>
    <p:sldLayoutId id="2147483700" r:id="rId11"/>
  </p:sldLayoutIdLst>
  <p:hf sldNum="0" hdr="0" ftr="0"/>
  <p:txStyles>
    <p:titleStyle>
      <a:lvl1pPr algn="ctr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4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2pPr>
      <a:lvl3pPr algn="ctr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3pPr>
      <a:lvl4pPr algn="ctr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4pPr>
      <a:lvl5pPr algn="ctr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5pPr>
      <a:lvl6pPr marL="457200" algn="ctr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6pPr>
      <a:lvl7pPr marL="914400" algn="ctr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7pPr>
      <a:lvl8pPr marL="1371600" algn="ctr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8pPr>
      <a:lvl9pPr marL="1828800" algn="ctr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1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1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1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1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4097" descr="title">
            <a:extLst>
              <a:ext uri="{FF2B5EF4-FFF2-40B4-BE49-F238E27FC236}">
                <a16:creationId xmlns:a16="http://schemas.microsoft.com/office/drawing/2014/main" id="{7FE63FC8-4564-4838-A2F3-ABEFB6D5EB9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124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Title 4098">
            <a:extLst>
              <a:ext uri="{FF2B5EF4-FFF2-40B4-BE49-F238E27FC236}">
                <a16:creationId xmlns:a16="http://schemas.microsoft.com/office/drawing/2014/main" id="{0182E535-43B6-4037-8ADB-1DC3AF59404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2195513" y="101600"/>
            <a:ext cx="67691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2" name="Text Placeholder 4099">
            <a:extLst>
              <a:ext uri="{FF2B5EF4-FFF2-40B4-BE49-F238E27FC236}">
                <a16:creationId xmlns:a16="http://schemas.microsoft.com/office/drawing/2014/main" id="{32E02246-6945-492D-9AA5-F4070775A86B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101" name="Date Placeholder 4100">
            <a:extLst>
              <a:ext uri="{FF2B5EF4-FFF2-40B4-BE49-F238E27FC236}">
                <a16:creationId xmlns:a16="http://schemas.microsoft.com/office/drawing/2014/main" id="{9D65F4C7-EC39-4912-A610-8E24FB3766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 noProof="1"/>
            </a:lvl1pPr>
          </a:lstStyle>
          <a:p>
            <a:endParaRPr lang="en-US"/>
          </a:p>
        </p:txBody>
      </p:sp>
      <p:sp>
        <p:nvSpPr>
          <p:cNvPr id="4102" name="Footer Placeholder 4101">
            <a:extLst>
              <a:ext uri="{FF2B5EF4-FFF2-40B4-BE49-F238E27FC236}">
                <a16:creationId xmlns:a16="http://schemas.microsoft.com/office/drawing/2014/main" id="{E0A0CFEF-44E2-4F26-864B-B7328331A2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 noProof="1"/>
            </a:lvl1pPr>
          </a:lstStyle>
          <a:p>
            <a:endParaRPr lang="en-US"/>
          </a:p>
        </p:txBody>
      </p:sp>
      <p:sp>
        <p:nvSpPr>
          <p:cNvPr id="4103" name="Slide Number Placeholder 4102">
            <a:extLst>
              <a:ext uri="{FF2B5EF4-FFF2-40B4-BE49-F238E27FC236}">
                <a16:creationId xmlns:a16="http://schemas.microsoft.com/office/drawing/2014/main" id="{7DAF1430-9690-41D5-BFAB-B8D59E74B3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 noProof="1">
                <a:ea typeface="Arial" panose="020B0604020202020204" pitchFamily="34" charset="0"/>
                <a:cs typeface="+mn-ea"/>
              </a:defRPr>
            </a:lvl1pPr>
          </a:lstStyle>
          <a:p>
            <a:fld id="{82F018DC-888B-476F-84E3-DB368235C835}" type="slidenum">
              <a:rPr lang="en-US"/>
              <a:pPr/>
              <a:t>‹#›</a:t>
            </a:fld>
            <a:endParaRPr lang="en-US">
              <a:ea typeface="+mn-ea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1" r:id="rId2"/>
    <p:sldLayoutId id="2147483720" r:id="rId3"/>
    <p:sldLayoutId id="2147483719" r:id="rId4"/>
    <p:sldLayoutId id="2147483718" r:id="rId5"/>
    <p:sldLayoutId id="2147483717" r:id="rId6"/>
    <p:sldLayoutId id="2147483716" r:id="rId7"/>
    <p:sldLayoutId id="2147483715" r:id="rId8"/>
    <p:sldLayoutId id="2147483714" r:id="rId9"/>
    <p:sldLayoutId id="2147483713" r:id="rId10"/>
    <p:sldLayoutId id="2147483712" r:id="rId11"/>
    <p:sldLayoutId id="2147483711" r:id="rId12"/>
  </p:sldLayoutIdLst>
  <p:txStyles>
    <p:titleStyle>
      <a:lvl1pPr algn="l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4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2pPr>
      <a:lvl3pPr algn="l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3pPr>
      <a:lvl4pPr algn="l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4pPr>
      <a:lvl5pPr algn="l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5pPr>
      <a:lvl6pPr marL="457200" algn="l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6pPr>
      <a:lvl7pPr marL="914400" algn="l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7pPr>
      <a:lvl8pPr marL="1371600" algn="l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8pPr>
      <a:lvl9pPr marL="1828800" algn="l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3074">
            <a:extLst>
              <a:ext uri="{FF2B5EF4-FFF2-40B4-BE49-F238E27FC236}">
                <a16:creationId xmlns:a16="http://schemas.microsoft.com/office/drawing/2014/main" id="{D38BB15B-6A23-4D92-BA5A-5FEF289013F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84213" y="274638"/>
            <a:ext cx="800258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4099" name="Text Placeholder 3075">
            <a:extLst>
              <a:ext uri="{FF2B5EF4-FFF2-40B4-BE49-F238E27FC236}">
                <a16:creationId xmlns:a16="http://schemas.microsoft.com/office/drawing/2014/main" id="{3E7CEB57-CB6D-4E4B-AE51-74B33C8AD61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141788" y="1600200"/>
            <a:ext cx="4546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3077" name="Footer Placeholder 3076">
            <a:extLst>
              <a:ext uri="{FF2B5EF4-FFF2-40B4-BE49-F238E27FC236}">
                <a16:creationId xmlns:a16="http://schemas.microsoft.com/office/drawing/2014/main" id="{2B689E76-3EAB-44B1-8C04-B3EFF5A216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 noProof="1"/>
            </a:lvl1pPr>
          </a:lstStyle>
          <a:p>
            <a:endParaRPr lang="en-US"/>
          </a:p>
        </p:txBody>
      </p:sp>
      <p:sp>
        <p:nvSpPr>
          <p:cNvPr id="3078" name="Slide Number Placeholder 3077">
            <a:extLst>
              <a:ext uri="{FF2B5EF4-FFF2-40B4-BE49-F238E27FC236}">
                <a16:creationId xmlns:a16="http://schemas.microsoft.com/office/drawing/2014/main" id="{062F515B-7E71-4924-8CB6-B7314A9675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 noProof="1">
                <a:ea typeface="Arial" panose="020B0604020202020204" pitchFamily="34" charset="0"/>
                <a:cs typeface="+mn-ea"/>
              </a:defRPr>
            </a:lvl1pPr>
          </a:lstStyle>
          <a:p>
            <a:fld id="{F0316C8C-9ECB-4437-B93B-A0618690D674}" type="slidenum">
              <a:rPr lang="en-US"/>
              <a:pPr/>
              <a:t>‹#›</a:t>
            </a:fld>
            <a:endParaRPr lang="en-US">
              <a:ea typeface="+mn-ea"/>
              <a:cs typeface="Arial" panose="020B0604020202020204" pitchFamily="34" charset="0"/>
            </a:endParaRP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8C5A0A66-FF09-6431-1734-69DB39F144D2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565" y="2492896"/>
            <a:ext cx="2286959" cy="312551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43" r:id="rId1"/>
    <p:sldLayoutId id="2147483742" r:id="rId2"/>
    <p:sldLayoutId id="2147483741" r:id="rId3"/>
    <p:sldLayoutId id="2147483740" r:id="rId4"/>
    <p:sldLayoutId id="2147483739" r:id="rId5"/>
    <p:sldLayoutId id="2147483738" r:id="rId6"/>
    <p:sldLayoutId id="2147483737" r:id="rId7"/>
    <p:sldLayoutId id="2147483736" r:id="rId8"/>
    <p:sldLayoutId id="2147483735" r:id="rId9"/>
    <p:sldLayoutId id="2147483734" r:id="rId10"/>
    <p:sldLayoutId id="2147483733" r:id="rId11"/>
    <p:sldLayoutId id="2147483744" r:id="rId12"/>
  </p:sldLayoutIdLst>
  <p:txStyles>
    <p:titleStyle>
      <a:lvl1pPr algn="ctr" rtl="0" fontAlgn="base">
        <a:spcBef>
          <a:spcPct val="0"/>
        </a:spcBef>
        <a:spcAft>
          <a:spcPct val="0"/>
        </a:spcAft>
        <a:defRPr sz="44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2pPr>
      <a:lvl3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3pPr>
      <a:lvl4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4pPr>
      <a:lvl5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rtl="0" fontAlgn="base">
        <a:spcBef>
          <a:spcPct val="20000"/>
        </a:spcBef>
        <a:spcAft>
          <a:spcPct val="0"/>
        </a:spcAft>
        <a:buChar char="–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rtl="0" fontAlgn="base">
        <a:spcBef>
          <a:spcPct val="20000"/>
        </a:spcBef>
        <a:spcAft>
          <a:spcPct val="0"/>
        </a:spcAft>
        <a:buChar char="•"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rtl="0" fontAlgn="base">
        <a:spcBef>
          <a:spcPct val="20000"/>
        </a:spcBef>
        <a:spcAft>
          <a:spcPct val="0"/>
        </a:spcAft>
        <a:buChar char="–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rtl="0" fontAlgn="base">
        <a:spcBef>
          <a:spcPct val="20000"/>
        </a:spcBef>
        <a:spcAft>
          <a:spcPct val="0"/>
        </a:spcAft>
        <a:buChar char="»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1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1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1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1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push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Title 7169">
            <a:extLst>
              <a:ext uri="{FF2B5EF4-FFF2-40B4-BE49-F238E27FC236}">
                <a16:creationId xmlns:a16="http://schemas.microsoft.com/office/drawing/2014/main" id="{CE43CC47-49EB-48D7-9DEA-4A45B98C5A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536" y="44624"/>
            <a:ext cx="8640315" cy="1143000"/>
          </a:xfrm>
        </p:spPr>
        <p:txBody>
          <a:bodyPr/>
          <a:lstStyle/>
          <a:p>
            <a:r>
              <a:rPr lang="zh-TW" altLang="en-US" sz="3600" dirty="0"/>
              <a:t>第十一章發音體、數位類比轉換器（</a:t>
            </a:r>
            <a:r>
              <a:rPr lang="en-US" altLang="zh-TW" sz="3600" dirty="0"/>
              <a:t>DAC</a:t>
            </a:r>
            <a:r>
              <a:rPr lang="zh-TW" altLang="en-US" sz="3600" dirty="0"/>
              <a:t>）</a:t>
            </a:r>
          </a:p>
        </p:txBody>
      </p:sp>
      <p:sp>
        <p:nvSpPr>
          <p:cNvPr id="7170" name="Text Placeholder 7170">
            <a:extLst>
              <a:ext uri="{FF2B5EF4-FFF2-40B4-BE49-F238E27FC236}">
                <a16:creationId xmlns:a16="http://schemas.microsoft.com/office/drawing/2014/main" id="{8BB798C6-D629-483E-863B-95D9547AC2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347864" y="1600200"/>
            <a:ext cx="5340524" cy="4525963"/>
          </a:xfrm>
        </p:spPr>
        <p:txBody>
          <a:bodyPr/>
          <a:lstStyle/>
          <a:p>
            <a:r>
              <a:rPr lang="en-US" altLang="en-US" sz="2400" dirty="0" err="1"/>
              <a:t>發音體和聲音</a:t>
            </a:r>
            <a:endParaRPr lang="en-US" altLang="en-US" sz="2400" dirty="0"/>
          </a:p>
          <a:p>
            <a:r>
              <a:rPr lang="zh-TW" altLang="en-US" sz="2400" dirty="0"/>
              <a:t>使用 </a:t>
            </a:r>
            <a:r>
              <a:rPr lang="en-US" altLang="zh-TW" sz="2400" dirty="0"/>
              <a:t>tone() </a:t>
            </a:r>
            <a:r>
              <a:rPr lang="zh-TW" altLang="en-US" sz="2400" dirty="0"/>
              <a:t>函數發出聲音</a:t>
            </a:r>
            <a:endParaRPr lang="en-US" altLang="en-US" sz="2400" dirty="0"/>
          </a:p>
          <a:p>
            <a:r>
              <a:rPr lang="zh-TW" altLang="en-US" sz="2400" dirty="0"/>
              <a:t>使用 </a:t>
            </a:r>
            <a:r>
              <a:rPr lang="en-US" altLang="zh-TW" sz="2400" dirty="0"/>
              <a:t>.h </a:t>
            </a:r>
            <a:r>
              <a:rPr lang="zh-TW" altLang="en-US" sz="2400" dirty="0"/>
              <a:t>標頭檔分割程式碼</a:t>
            </a:r>
            <a:endParaRPr lang="en-US" altLang="zh-TW" sz="2400" dirty="0"/>
          </a:p>
          <a:p>
            <a:r>
              <a:rPr lang="en-US" altLang="en-US" sz="2400" dirty="0"/>
              <a:t>UNO R4</a:t>
            </a:r>
            <a:r>
              <a:rPr lang="zh-TW" altLang="en-US" sz="2400" dirty="0"/>
              <a:t>的</a:t>
            </a:r>
            <a:r>
              <a:rPr lang="en-US" altLang="en-US" sz="2400"/>
              <a:t>DAC</a:t>
            </a:r>
          </a:p>
          <a:p>
            <a:endParaRPr lang="en-US" altLang="en-US" sz="2400" dirty="0"/>
          </a:p>
        </p:txBody>
      </p:sp>
    </p:spTree>
  </p:cSld>
  <p:clrMapOvr>
    <a:masterClrMapping/>
  </p:clrMapOvr>
  <p:transition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Title 8193">
            <a:extLst>
              <a:ext uri="{FF2B5EF4-FFF2-40B4-BE49-F238E27FC236}">
                <a16:creationId xmlns:a16="http://schemas.microsoft.com/office/drawing/2014/main" id="{1599165E-BE58-4CE5-934A-4B55018532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發音體和聲音</a:t>
            </a:r>
          </a:p>
        </p:txBody>
      </p:sp>
      <p:sp>
        <p:nvSpPr>
          <p:cNvPr id="8194" name="Text Box 8198">
            <a:extLst>
              <a:ext uri="{FF2B5EF4-FFF2-40B4-BE49-F238E27FC236}">
                <a16:creationId xmlns:a16="http://schemas.microsoft.com/office/drawing/2014/main" id="{3564A0B8-5CDD-4C15-A8A6-3896505620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800" y="1425575"/>
            <a:ext cx="85328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zh-CN" altLang="en-US" dirty="0">
                <a:latin typeface="微軟正黑體" panose="020B0604030504040204" pitchFamily="34" charset="-120"/>
              </a:rPr>
              <a:t>電子裝置常見的發音體</a:t>
            </a:r>
            <a:r>
              <a:rPr lang="zh-TW" altLang="en-US" dirty="0">
                <a:latin typeface="微軟正黑體" panose="020B0604030504040204" pitchFamily="34" charset="-120"/>
              </a:rPr>
              <a:t>為</a:t>
            </a:r>
            <a:r>
              <a:rPr lang="zh-CN" altLang="en-US" dirty="0">
                <a:latin typeface="微軟正黑體" panose="020B0604030504040204" pitchFamily="34" charset="-120"/>
              </a:rPr>
              <a:t>揚聲器（喇叭，speaker）和蜂鳴器（piezo transducer）</a:t>
            </a:r>
          </a:p>
        </p:txBody>
      </p:sp>
      <p:sp>
        <p:nvSpPr>
          <p:cNvPr id="8195" name="Text Box 8199">
            <a:extLst>
              <a:ext uri="{FF2B5EF4-FFF2-40B4-BE49-F238E27FC236}">
                <a16:creationId xmlns:a16="http://schemas.microsoft.com/office/drawing/2014/main" id="{3EAE1B5B-8E3A-4F05-A46A-FC02006268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800" y="3868738"/>
            <a:ext cx="8532813" cy="639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微軟正黑體" panose="020B0604030504040204" pitchFamily="34" charset="-120"/>
              </a:rPr>
              <a:t>聲音是由震動產生, 其震動的頻率稱為</a:t>
            </a:r>
            <a:r>
              <a:rPr lang="en-US" altLang="en-US" b="1">
                <a:latin typeface="微軟正黑體" panose="020B0604030504040204" pitchFamily="34" charset="-120"/>
              </a:rPr>
              <a:t>音頻</a:t>
            </a:r>
            <a:r>
              <a:rPr lang="en-US" altLang="en-US">
                <a:latin typeface="微軟正黑體" panose="020B0604030504040204" pitchFamily="34" charset="-120"/>
              </a:rPr>
              <a:t>，音頻的範圍介於20Hz~200KHz之間，普通人可聽見聲音的頻率範圍約為20Hz~20KHz。</a:t>
            </a:r>
          </a:p>
        </p:txBody>
      </p:sp>
      <p:pic>
        <p:nvPicPr>
          <p:cNvPr id="8196" name="Picture 8200" descr="la37">
            <a:extLst>
              <a:ext uri="{FF2B5EF4-FFF2-40B4-BE49-F238E27FC236}">
                <a16:creationId xmlns:a16="http://schemas.microsoft.com/office/drawing/2014/main" id="{5A1D7993-736E-4FE3-A1DF-E0E81037E0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5475" y="4797425"/>
            <a:ext cx="6276975" cy="1838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7" name="Oval 8201">
            <a:extLst>
              <a:ext uri="{FF2B5EF4-FFF2-40B4-BE49-F238E27FC236}">
                <a16:creationId xmlns:a16="http://schemas.microsoft.com/office/drawing/2014/main" id="{DC9B4446-39FC-4484-BDFA-7A6541E141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5661025"/>
            <a:ext cx="863600" cy="86360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8198" name="Text Box 8202">
            <a:extLst>
              <a:ext uri="{FF2B5EF4-FFF2-40B4-BE49-F238E27FC236}">
                <a16:creationId xmlns:a16="http://schemas.microsoft.com/office/drawing/2014/main" id="{B49FC579-BC27-4727-883C-9219A5D140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923" y="5805488"/>
            <a:ext cx="69923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參閱</a:t>
            </a:r>
          </a:p>
          <a:p>
            <a:pPr algn="ctr"/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11</a:t>
            </a:r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-2</a:t>
            </a:r>
            <a:endParaRPr lang="zh-TW" altLang="en-US" dirty="0">
              <a:ea typeface="新細明體" panose="02020500000000000000" pitchFamily="18" charset="-120"/>
            </a:endParaRPr>
          </a:p>
        </p:txBody>
      </p:sp>
      <p:pic>
        <p:nvPicPr>
          <p:cNvPr id="8199" name="Picture 2" descr="la36">
            <a:extLst>
              <a:ext uri="{FF2B5EF4-FFF2-40B4-BE49-F238E27FC236}">
                <a16:creationId xmlns:a16="http://schemas.microsoft.com/office/drawing/2014/main" id="{62C9F430-0D34-45E1-AAF0-3FDB990985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2270100"/>
            <a:ext cx="3802799" cy="1120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圖片 1">
            <a:extLst>
              <a:ext uri="{FF2B5EF4-FFF2-40B4-BE49-F238E27FC236}">
                <a16:creationId xmlns:a16="http://schemas.microsoft.com/office/drawing/2014/main" id="{336F9773-164B-C0E6-D313-57D753DBD2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1555" y="2368219"/>
            <a:ext cx="4153058" cy="10607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Title 9217">
            <a:extLst>
              <a:ext uri="{FF2B5EF4-FFF2-40B4-BE49-F238E27FC236}">
                <a16:creationId xmlns:a16="http://schemas.microsoft.com/office/drawing/2014/main" id="{6E4051B9-FEE5-4104-B198-B8536D70A3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音高與節拍</a:t>
            </a:r>
            <a:r>
              <a:rPr lang="zh-TW" altLang="en-US"/>
              <a:t>（一）</a:t>
            </a:r>
            <a:endParaRPr lang="zh-CN" altLang="en-US"/>
          </a:p>
        </p:txBody>
      </p:sp>
      <p:sp>
        <p:nvSpPr>
          <p:cNvPr id="9218" name="Text Box 9218">
            <a:extLst>
              <a:ext uri="{FF2B5EF4-FFF2-40B4-BE49-F238E27FC236}">
                <a16:creationId xmlns:a16="http://schemas.microsoft.com/office/drawing/2014/main" id="{158BA829-72AB-43DE-9E8F-72168BD0DF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875" y="1485900"/>
            <a:ext cx="8569325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微軟正黑體" panose="020B0604030504040204" pitchFamily="34" charset="-120"/>
              </a:rPr>
              <a:t>聲音的頻率（音頻）高低稱為音高（pitch），鋼琴鍵盤就是依照聲音頻率的高低</a:t>
            </a:r>
          </a:p>
          <a:p>
            <a:r>
              <a:rPr lang="en-US" altLang="en-US">
                <a:latin typeface="微軟正黑體" panose="020B0604030504040204" pitchFamily="34" charset="-120"/>
              </a:rPr>
              <a:t>階級（音階）順序來排列。</a:t>
            </a:r>
          </a:p>
        </p:txBody>
      </p:sp>
      <p:pic>
        <p:nvPicPr>
          <p:cNvPr id="9219" name="Picture 9219" descr="la39">
            <a:extLst>
              <a:ext uri="{FF2B5EF4-FFF2-40B4-BE49-F238E27FC236}">
                <a16:creationId xmlns:a16="http://schemas.microsoft.com/office/drawing/2014/main" id="{65D71A11-C4B4-4C6F-BD20-83C8360414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6375" y="2349500"/>
            <a:ext cx="6543675" cy="327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20" name="Oval 9220">
            <a:extLst>
              <a:ext uri="{FF2B5EF4-FFF2-40B4-BE49-F238E27FC236}">
                <a16:creationId xmlns:a16="http://schemas.microsoft.com/office/drawing/2014/main" id="{E4FFB9C9-BC6C-417A-B74C-625F62F882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5661025"/>
            <a:ext cx="863600" cy="86360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9221" name="Text Box 9221">
            <a:extLst>
              <a:ext uri="{FF2B5EF4-FFF2-40B4-BE49-F238E27FC236}">
                <a16:creationId xmlns:a16="http://schemas.microsoft.com/office/drawing/2014/main" id="{80FA0108-7E93-4712-9AE6-3FD0426B3B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923" y="5805488"/>
            <a:ext cx="69923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參閱</a:t>
            </a:r>
          </a:p>
          <a:p>
            <a:pPr algn="ctr"/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11</a:t>
            </a:r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-3</a:t>
            </a:r>
            <a:endParaRPr lang="zh-TW" altLang="en-US" dirty="0">
              <a:ea typeface="新細明體" panose="02020500000000000000" pitchFamily="18" charset="-120"/>
            </a:endParaRPr>
          </a:p>
        </p:txBody>
      </p:sp>
    </p:spTree>
  </p:cSld>
  <p:clrMapOvr>
    <a:masterClrMapping/>
  </p:clrMapOvr>
  <p:transition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Title 10241">
            <a:extLst>
              <a:ext uri="{FF2B5EF4-FFF2-40B4-BE49-F238E27FC236}">
                <a16:creationId xmlns:a16="http://schemas.microsoft.com/office/drawing/2014/main" id="{04A0212A-FAFD-4360-AE00-D91179E3EF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音高與節拍</a:t>
            </a:r>
            <a:r>
              <a:rPr lang="zh-TW" altLang="en-US"/>
              <a:t>（二）</a:t>
            </a:r>
          </a:p>
        </p:txBody>
      </p:sp>
      <p:sp>
        <p:nvSpPr>
          <p:cNvPr id="10242" name="Oval 10243">
            <a:extLst>
              <a:ext uri="{FF2B5EF4-FFF2-40B4-BE49-F238E27FC236}">
                <a16:creationId xmlns:a16="http://schemas.microsoft.com/office/drawing/2014/main" id="{2E84087F-C97A-44B1-958F-0A702B09A2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5661025"/>
            <a:ext cx="863600" cy="86360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0243" name="Text Box 10244">
            <a:extLst>
              <a:ext uri="{FF2B5EF4-FFF2-40B4-BE49-F238E27FC236}">
                <a16:creationId xmlns:a16="http://schemas.microsoft.com/office/drawing/2014/main" id="{C62F46EF-A082-44AB-B167-CC97954D46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923" y="5805488"/>
            <a:ext cx="69923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參閱</a:t>
            </a:r>
          </a:p>
          <a:p>
            <a:pPr algn="ctr"/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11</a:t>
            </a:r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-4</a:t>
            </a:r>
            <a:endParaRPr lang="zh-TW" altLang="en-US" dirty="0">
              <a:ea typeface="新細明體" panose="02020500000000000000" pitchFamily="18" charset="-120"/>
            </a:endParaRP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823F1FD7-6474-3B2E-7D46-ECBCF581BB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768" y="1556792"/>
            <a:ext cx="5267325" cy="3476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F470CC52-DEB0-4933-0E99-E5ED5C69FE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776" y="5569585"/>
            <a:ext cx="5272405" cy="4718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Title 11265">
            <a:extLst>
              <a:ext uri="{FF2B5EF4-FFF2-40B4-BE49-F238E27FC236}">
                <a16:creationId xmlns:a16="http://schemas.microsoft.com/office/drawing/2014/main" id="{EA6D3BDE-3809-40A3-AEC6-98B17FC513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音高與節拍</a:t>
            </a:r>
            <a:r>
              <a:rPr lang="zh-TW" altLang="en-US"/>
              <a:t>（三）</a:t>
            </a:r>
          </a:p>
        </p:txBody>
      </p:sp>
      <p:sp>
        <p:nvSpPr>
          <p:cNvPr id="11266" name="Text Box 11266">
            <a:extLst>
              <a:ext uri="{FF2B5EF4-FFF2-40B4-BE49-F238E27FC236}">
                <a16:creationId xmlns:a16="http://schemas.microsoft.com/office/drawing/2014/main" id="{1158A2BA-734E-45F3-9100-194ED95CD2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475" y="1622425"/>
            <a:ext cx="84359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微軟正黑體" panose="020B0604030504040204" pitchFamily="34" charset="-120"/>
              </a:rPr>
              <a:t>除了音高，構成旋律的另一個要素是節拍（beat），它決定了各個音的快慢速度。</a:t>
            </a:r>
          </a:p>
        </p:txBody>
      </p:sp>
      <p:pic>
        <p:nvPicPr>
          <p:cNvPr id="11267" name="Picture 11267" descr="la42">
            <a:extLst>
              <a:ext uri="{FF2B5EF4-FFF2-40B4-BE49-F238E27FC236}">
                <a16:creationId xmlns:a16="http://schemas.microsoft.com/office/drawing/2014/main" id="{810D05C3-B10F-4B63-AD8E-2A21AC1EC1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013" y="2276475"/>
            <a:ext cx="6457950" cy="1838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70" name="Oval 11270">
            <a:extLst>
              <a:ext uri="{FF2B5EF4-FFF2-40B4-BE49-F238E27FC236}">
                <a16:creationId xmlns:a16="http://schemas.microsoft.com/office/drawing/2014/main" id="{4983592F-2F61-42E8-812B-EB5E7C1A4E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7053" y="4397228"/>
            <a:ext cx="863600" cy="86360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1271" name="Text Box 11271">
            <a:extLst>
              <a:ext uri="{FF2B5EF4-FFF2-40B4-BE49-F238E27FC236}">
                <a16:creationId xmlns:a16="http://schemas.microsoft.com/office/drawing/2014/main" id="{0F0C449A-9C8E-40E0-B3AF-0F96B55EE7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68125" y="4541691"/>
            <a:ext cx="69923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參閱</a:t>
            </a:r>
          </a:p>
          <a:p>
            <a:pPr algn="ctr"/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11</a:t>
            </a:r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-5</a:t>
            </a:r>
            <a:endParaRPr lang="zh-TW" altLang="en-US" dirty="0">
              <a:ea typeface="新細明體" panose="02020500000000000000" pitchFamily="18" charset="-12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9D794F0-DFC3-B15B-43EA-44A803D0B9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1640" y="4397228"/>
            <a:ext cx="4803000" cy="1138705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2C823047-227B-65A1-6FAB-929BA62810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6872" y="5842000"/>
            <a:ext cx="5272405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E86FE2-62D3-01C9-7819-4A7701469E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Title 11265">
            <a:extLst>
              <a:ext uri="{FF2B5EF4-FFF2-40B4-BE49-F238E27FC236}">
                <a16:creationId xmlns:a16="http://schemas.microsoft.com/office/drawing/2014/main" id="{57926CE9-F225-0C31-493E-37DAA10F9F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音高與節拍</a:t>
            </a:r>
            <a:r>
              <a:rPr lang="en-US" altLang="zh-TW" dirty="0"/>
              <a:t>(V)</a:t>
            </a:r>
            <a:r>
              <a:rPr lang="zh-TW" altLang="en-US" dirty="0"/>
              <a:t>（四）</a:t>
            </a:r>
          </a:p>
        </p:txBody>
      </p:sp>
      <p:sp>
        <p:nvSpPr>
          <p:cNvPr id="11268" name="Text Box 11268">
            <a:extLst>
              <a:ext uri="{FF2B5EF4-FFF2-40B4-BE49-F238E27FC236}">
                <a16:creationId xmlns:a16="http://schemas.microsoft.com/office/drawing/2014/main" id="{19E8B4AB-43D6-A478-FD4E-3176F245CD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8914" y="3933056"/>
            <a:ext cx="3028950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zh-CN" altLang="en-US" dirty="0">
                <a:latin typeface="微軟正黑體" panose="020B0604030504040204" pitchFamily="34" charset="-120"/>
              </a:rPr>
              <a:t>Arduino編輯器內建"Tone"（音調）程式庫，可以輸出指定頻率的聲音</a:t>
            </a:r>
            <a:r>
              <a:rPr lang="zh-TW" altLang="en-US" dirty="0">
                <a:latin typeface="微軟正黑體" panose="020B0604030504040204" pitchFamily="34" charset="-120"/>
              </a:rPr>
              <a:t>和持續時間</a:t>
            </a:r>
            <a:r>
              <a:rPr lang="zh-CN" altLang="en-US" dirty="0">
                <a:latin typeface="微軟正黑體" panose="020B0604030504040204" pitchFamily="34" charset="-120"/>
              </a:rPr>
              <a:t>。</a:t>
            </a:r>
          </a:p>
        </p:txBody>
      </p:sp>
      <p:sp>
        <p:nvSpPr>
          <p:cNvPr id="11269" name="Text Box 11269">
            <a:extLst>
              <a:ext uri="{FF2B5EF4-FFF2-40B4-BE49-F238E27FC236}">
                <a16:creationId xmlns:a16="http://schemas.microsoft.com/office/drawing/2014/main" id="{B347752D-1141-16AC-1A01-ACF590C610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875" y="5157788"/>
            <a:ext cx="3028950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600">
                <a:solidFill>
                  <a:schemeClr val="hlink"/>
                </a:solidFill>
                <a:latin typeface="微軟正黑體" panose="020B0604030504040204" pitchFamily="34" charset="-120"/>
              </a:rPr>
              <a:t>tone</a:t>
            </a:r>
            <a:r>
              <a:rPr lang="en-US" altLang="en-US" sz="1600">
                <a:latin typeface="微軟正黑體" panose="020B0604030504040204" pitchFamily="34" charset="-120"/>
              </a:rPr>
              <a:t>(輸出腳位, 頻率, 持續時間);</a:t>
            </a:r>
          </a:p>
          <a:p>
            <a:endParaRPr lang="en-US" altLang="en-US" sz="1600">
              <a:latin typeface="微軟正黑體" panose="020B0604030504040204" pitchFamily="34" charset="-120"/>
            </a:endParaRPr>
          </a:p>
          <a:p>
            <a:r>
              <a:rPr lang="en-US" altLang="en-US" sz="1600">
                <a:latin typeface="微軟正黑體" panose="020B0604030504040204" pitchFamily="34" charset="-120"/>
              </a:rPr>
              <a:t>或：</a:t>
            </a:r>
          </a:p>
          <a:p>
            <a:endParaRPr lang="en-US" altLang="en-US" sz="1600">
              <a:latin typeface="微軟正黑體" panose="020B0604030504040204" pitchFamily="34" charset="-120"/>
            </a:endParaRPr>
          </a:p>
          <a:p>
            <a:r>
              <a:rPr lang="en-US" altLang="en-US" sz="1600">
                <a:solidFill>
                  <a:schemeClr val="hlink"/>
                </a:solidFill>
                <a:latin typeface="微軟正黑體" panose="020B0604030504040204" pitchFamily="34" charset="-120"/>
              </a:rPr>
              <a:t>tone</a:t>
            </a:r>
            <a:r>
              <a:rPr lang="en-US" altLang="en-US" sz="1600">
                <a:latin typeface="微軟正黑體" panose="020B0604030504040204" pitchFamily="34" charset="-120"/>
              </a:rPr>
              <a:t>(輸出腳位, 頻率);</a:t>
            </a:r>
          </a:p>
        </p:txBody>
      </p:sp>
      <p:sp>
        <p:nvSpPr>
          <p:cNvPr id="11270" name="Oval 11270">
            <a:extLst>
              <a:ext uri="{FF2B5EF4-FFF2-40B4-BE49-F238E27FC236}">
                <a16:creationId xmlns:a16="http://schemas.microsoft.com/office/drawing/2014/main" id="{99DB5CB0-FBF0-9A21-6A01-D048D4AD01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2960" y="5767709"/>
            <a:ext cx="863600" cy="86360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1271" name="Text Box 11271">
            <a:extLst>
              <a:ext uri="{FF2B5EF4-FFF2-40B4-BE49-F238E27FC236}">
                <a16:creationId xmlns:a16="http://schemas.microsoft.com/office/drawing/2014/main" id="{718C2136-D008-175A-8868-6CBE479B4E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24032" y="5912172"/>
            <a:ext cx="69923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參閱</a:t>
            </a:r>
          </a:p>
          <a:p>
            <a:pPr algn="ctr"/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11</a:t>
            </a:r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-</a:t>
            </a:r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7</a:t>
            </a:r>
            <a:endParaRPr lang="zh-TW" altLang="en-US" dirty="0">
              <a:ea typeface="新細明體" panose="02020500000000000000" pitchFamily="18" charset="-120"/>
            </a:endParaRP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BA05BD25-BFE3-6D30-54BB-BB86987AD0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844824"/>
            <a:ext cx="2152650" cy="11404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D795A259-B681-D07E-440F-995E003F8F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3208" y="1482725"/>
            <a:ext cx="4862195" cy="145796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7C69964D-7795-D954-B049-24B167A7762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0898" y="3137694"/>
            <a:ext cx="5272405" cy="89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2DEB2A42-892C-DC9E-BAC4-AC6F43E92AD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6935" y="4403090"/>
            <a:ext cx="4619625" cy="97218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11216877"/>
      </p:ext>
    </p:extLst>
  </p:cSld>
  <p:clrMapOvr>
    <a:masterClrMapping/>
  </p:clrMapOvr>
  <p:transition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Title 12289">
            <a:extLst>
              <a:ext uri="{FF2B5EF4-FFF2-40B4-BE49-F238E27FC236}">
                <a16:creationId xmlns:a16="http://schemas.microsoft.com/office/drawing/2014/main" id="{89D1164C-0BC9-4EDB-8C42-8C186199C7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/>
              <a:t>用#define巨集指令替換資料</a:t>
            </a:r>
          </a:p>
        </p:txBody>
      </p:sp>
      <p:sp>
        <p:nvSpPr>
          <p:cNvPr id="12290" name="Text Box 12290">
            <a:extLst>
              <a:ext uri="{FF2B5EF4-FFF2-40B4-BE49-F238E27FC236}">
                <a16:creationId xmlns:a16="http://schemas.microsoft.com/office/drawing/2014/main" id="{A19227FB-B12E-4382-9488-E641BB19CD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647825"/>
            <a:ext cx="4321175" cy="3108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zh-CN" altLang="en-US" dirty="0">
                <a:latin typeface="微軟正黑體" panose="020B0604030504040204" pitchFamily="34" charset="-120"/>
              </a:rPr>
              <a:t>程式碼裡的音高，用音高代碼，比直接用頻率好</a:t>
            </a:r>
            <a:r>
              <a:rPr lang="zh-TW" altLang="en-US" dirty="0">
                <a:latin typeface="微軟正黑體" panose="020B0604030504040204" pitchFamily="34" charset="-120"/>
              </a:rPr>
              <a:t>。</a:t>
            </a:r>
          </a:p>
          <a:p>
            <a:endParaRPr lang="zh-TW" altLang="en-US" dirty="0">
              <a:latin typeface="微軟正黑體" panose="020B0604030504040204" pitchFamily="34" charset="-120"/>
            </a:endParaRPr>
          </a:p>
          <a:p>
            <a:r>
              <a:rPr lang="zh-CN" altLang="en-US" dirty="0">
                <a:latin typeface="微軟正黑體" panose="020B0604030504040204" pitchFamily="34" charset="-120"/>
              </a:rPr>
              <a:t>C程式語言有一種用#開頭的特殊指令，稱為巨集（macro），常見用途是在程式編譯之前，載入外部程式檔或者替換字串。</a:t>
            </a:r>
          </a:p>
          <a:p>
            <a:endParaRPr lang="zh-CN" altLang="en-US" dirty="0">
              <a:latin typeface="微軟正黑體" panose="020B0604030504040204" pitchFamily="34" charset="-120"/>
            </a:endParaRPr>
          </a:p>
          <a:p>
            <a:r>
              <a:rPr lang="zh-CN" altLang="en-US" dirty="0">
                <a:latin typeface="微軟正黑體" panose="020B0604030504040204" pitchFamily="34" charset="-120"/>
              </a:rPr>
              <a:t>替換文字的巨集指令叫做#define。</a:t>
            </a:r>
          </a:p>
          <a:p>
            <a:endParaRPr lang="zh-CN" altLang="en-US" dirty="0">
              <a:latin typeface="微軟正黑體" panose="020B0604030504040204" pitchFamily="34" charset="-120"/>
            </a:endParaRPr>
          </a:p>
          <a:p>
            <a:r>
              <a:rPr lang="zh-CN" altLang="en-US" dirty="0">
                <a:latin typeface="微軟正黑體" panose="020B0604030504040204" pitchFamily="34" charset="-120"/>
              </a:rPr>
              <a:t>const（常數）代表宣告一個不可改變的資料值，而#define則用於定義置換值。</a:t>
            </a:r>
          </a:p>
        </p:txBody>
      </p:sp>
      <p:pic>
        <p:nvPicPr>
          <p:cNvPr id="12291" name="Picture 12291" descr="la44">
            <a:extLst>
              <a:ext uri="{FF2B5EF4-FFF2-40B4-BE49-F238E27FC236}">
                <a16:creationId xmlns:a16="http://schemas.microsoft.com/office/drawing/2014/main" id="{48AC296F-F02A-44B2-A0E1-F1DFAE730A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9850" y="1557338"/>
            <a:ext cx="3598863" cy="4829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2" name="Oval 12292">
            <a:extLst>
              <a:ext uri="{FF2B5EF4-FFF2-40B4-BE49-F238E27FC236}">
                <a16:creationId xmlns:a16="http://schemas.microsoft.com/office/drawing/2014/main" id="{94203D91-8C10-4089-BA75-CBCEFD0267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5661025"/>
            <a:ext cx="863600" cy="86360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2293" name="Text Box 12293">
            <a:extLst>
              <a:ext uri="{FF2B5EF4-FFF2-40B4-BE49-F238E27FC236}">
                <a16:creationId xmlns:a16="http://schemas.microsoft.com/office/drawing/2014/main" id="{CD65A4D9-4247-4C0D-8A47-B9CD883A35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923" y="5805488"/>
            <a:ext cx="69923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參閱</a:t>
            </a:r>
          </a:p>
          <a:p>
            <a:pPr algn="ctr"/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11</a:t>
            </a:r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-</a:t>
            </a:r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9</a:t>
            </a:r>
            <a:endParaRPr lang="zh-TW" altLang="en-US" dirty="0">
              <a:ea typeface="新細明體" panose="02020500000000000000" pitchFamily="18" charset="-120"/>
            </a:endParaRPr>
          </a:p>
        </p:txBody>
      </p:sp>
    </p:spTree>
  </p:cSld>
  <p:clrMapOvr>
    <a:masterClrMapping/>
  </p:clrMapOvr>
  <p:transition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Title 13313">
            <a:extLst>
              <a:ext uri="{FF2B5EF4-FFF2-40B4-BE49-F238E27FC236}">
                <a16:creationId xmlns:a16="http://schemas.microsoft.com/office/drawing/2014/main" id="{EABA8E87-C529-41C5-9935-99C3658E39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err="1"/>
              <a:t>使用.h標頭檔分割程式碼</a:t>
            </a:r>
            <a:r>
              <a:rPr lang="zh-TW" altLang="en-US" dirty="0"/>
              <a:t> （一）</a:t>
            </a:r>
            <a:endParaRPr lang="en-US" altLang="en-US" dirty="0"/>
          </a:p>
        </p:txBody>
      </p:sp>
      <p:sp>
        <p:nvSpPr>
          <p:cNvPr id="13314" name="Text Box 13315">
            <a:extLst>
              <a:ext uri="{FF2B5EF4-FFF2-40B4-BE49-F238E27FC236}">
                <a16:creationId xmlns:a16="http://schemas.microsoft.com/office/drawing/2014/main" id="{8D3E0014-0E1A-4E90-AA31-EF654506F9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575" y="1557338"/>
            <a:ext cx="8428038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dirty="0" err="1">
                <a:latin typeface="微軟正黑體" panose="020B0604030504040204" pitchFamily="34" charset="-120"/>
              </a:rPr>
              <a:t>C語言程式可以拆開成不同的原始檔</a:t>
            </a:r>
            <a:endParaRPr lang="en-US" altLang="en-US" dirty="0">
              <a:latin typeface="微軟正黑體" panose="020B0604030504040204" pitchFamily="34" charset="-120"/>
            </a:endParaRPr>
          </a:p>
          <a:p>
            <a:r>
              <a:rPr lang="en-US" altLang="en-US" dirty="0" err="1">
                <a:latin typeface="微軟正黑體" panose="020B0604030504040204" pitchFamily="34" charset="-120"/>
              </a:rPr>
              <a:t>外部程式檔的副檔名為</a:t>
            </a:r>
            <a:r>
              <a:rPr lang="en-US" altLang="en-US" dirty="0">
                <a:latin typeface="微軟正黑體" panose="020B0604030504040204" pitchFamily="34" charset="-120"/>
              </a:rPr>
              <a:t>".h"（</a:t>
            </a:r>
            <a:r>
              <a:rPr lang="en-US" altLang="en-US" dirty="0" err="1">
                <a:latin typeface="微軟正黑體" panose="020B0604030504040204" pitchFamily="34" charset="-120"/>
              </a:rPr>
              <a:t>h代表header</a:t>
            </a:r>
            <a:r>
              <a:rPr lang="en-US" altLang="en-US" dirty="0">
                <a:latin typeface="微軟正黑體" panose="020B0604030504040204" pitchFamily="34" charset="-120"/>
              </a:rPr>
              <a:t>，「</a:t>
            </a:r>
            <a:r>
              <a:rPr lang="en-US" altLang="en-US" dirty="0" err="1">
                <a:latin typeface="微軟正黑體" panose="020B0604030504040204" pitchFamily="34" charset="-120"/>
              </a:rPr>
              <a:t>標頭」或「檔頭」之意</a:t>
            </a:r>
            <a:r>
              <a:rPr lang="en-US" altLang="en-US" dirty="0">
                <a:latin typeface="微軟正黑體" panose="020B0604030504040204" pitchFamily="34" charset="-120"/>
              </a:rPr>
              <a:t>）。</a:t>
            </a:r>
          </a:p>
          <a:p>
            <a:r>
              <a:rPr lang="en-US" altLang="en-US" dirty="0" err="1">
                <a:latin typeface="微軟正黑體" panose="020B0604030504040204" pitchFamily="34" charset="-120"/>
              </a:rPr>
              <a:t>引用或載入外部程式的巨集指令叫做#include，引用的檔案名稱要用雙引號包圍</a:t>
            </a:r>
            <a:r>
              <a:rPr lang="en-US" altLang="en-US" dirty="0">
                <a:latin typeface="微軟正黑體" panose="020B0604030504040204" pitchFamily="34" charset="-120"/>
              </a:rPr>
              <a:t>。</a:t>
            </a:r>
          </a:p>
        </p:txBody>
      </p:sp>
      <p:sp>
        <p:nvSpPr>
          <p:cNvPr id="13315" name="Oval 13316">
            <a:extLst>
              <a:ext uri="{FF2B5EF4-FFF2-40B4-BE49-F238E27FC236}">
                <a16:creationId xmlns:a16="http://schemas.microsoft.com/office/drawing/2014/main" id="{129D38E7-F022-461E-A217-4CC7112D3F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5661025"/>
            <a:ext cx="863600" cy="86360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3316" name="Text Box 13317">
            <a:extLst>
              <a:ext uri="{FF2B5EF4-FFF2-40B4-BE49-F238E27FC236}">
                <a16:creationId xmlns:a16="http://schemas.microsoft.com/office/drawing/2014/main" id="{B8082FFB-8FA3-45E2-8A2E-493C618D1A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5994" y="5805488"/>
            <a:ext cx="83708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參閱</a:t>
            </a:r>
          </a:p>
          <a:p>
            <a:pPr algn="ctr"/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11</a:t>
            </a:r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-</a:t>
            </a:r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11</a:t>
            </a:r>
            <a:endParaRPr lang="zh-TW" altLang="en-US" dirty="0">
              <a:ea typeface="新細明體" panose="02020500000000000000" pitchFamily="18" charset="-120"/>
            </a:endParaRP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4F1A1247-1781-500D-4674-FB078E67C7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728" y="2784476"/>
            <a:ext cx="5138420" cy="30899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BFF6F-5462-638D-143D-D9808BD90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Title 13313">
            <a:extLst>
              <a:ext uri="{FF2B5EF4-FFF2-40B4-BE49-F238E27FC236}">
                <a16:creationId xmlns:a16="http://schemas.microsoft.com/office/drawing/2014/main" id="{E40D81F4-53DE-F4CB-EDE9-3275D06238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err="1"/>
              <a:t>使用.h標頭檔分割程式碼</a:t>
            </a:r>
            <a:r>
              <a:rPr lang="zh-TW" altLang="en-US" dirty="0"/>
              <a:t>（二）</a:t>
            </a:r>
            <a:endParaRPr lang="en-US" altLang="en-US" dirty="0"/>
          </a:p>
        </p:txBody>
      </p:sp>
      <p:sp>
        <p:nvSpPr>
          <p:cNvPr id="13315" name="Oval 13316">
            <a:extLst>
              <a:ext uri="{FF2B5EF4-FFF2-40B4-BE49-F238E27FC236}">
                <a16:creationId xmlns:a16="http://schemas.microsoft.com/office/drawing/2014/main" id="{D00A860C-9E4C-6048-D4A1-359F7715B1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5661025"/>
            <a:ext cx="863600" cy="86360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3316" name="Text Box 13317">
            <a:extLst>
              <a:ext uri="{FF2B5EF4-FFF2-40B4-BE49-F238E27FC236}">
                <a16:creationId xmlns:a16="http://schemas.microsoft.com/office/drawing/2014/main" id="{03C3CE3E-4EAF-FDE1-08E7-B90818C05A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5994" y="5805488"/>
            <a:ext cx="83708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參閱</a:t>
            </a:r>
          </a:p>
          <a:p>
            <a:pPr algn="ctr"/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11</a:t>
            </a:r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-</a:t>
            </a:r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12</a:t>
            </a:r>
            <a:endParaRPr lang="zh-TW" altLang="en-US" dirty="0">
              <a:ea typeface="新細明體" panose="02020500000000000000" pitchFamily="18" charset="-12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9CC3F0DF-D729-75DF-E21A-A4F67029A4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1278003"/>
            <a:ext cx="5267325" cy="219583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C64853E2-E00C-3501-B966-BFDF2F42E0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0133" y="4117975"/>
            <a:ext cx="5272405" cy="26384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10011726"/>
      </p:ext>
    </p:extLst>
  </p:cSld>
  <p:clrMapOvr>
    <a:masterClrMapping/>
  </p:clrMapOvr>
  <p:transition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FEBE270-1F9C-A0A2-5FAC-D6F68BA2F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UNO R4</a:t>
            </a:r>
            <a:r>
              <a:rPr lang="zh-TW" altLang="en-US" dirty="0"/>
              <a:t>的</a:t>
            </a:r>
            <a:r>
              <a:rPr lang="en-US" altLang="zh-TW" dirty="0"/>
              <a:t>DAC</a:t>
            </a:r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A95B246F-F8BB-21B3-20CB-CE41A63040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405" y="1709611"/>
            <a:ext cx="3867150" cy="94107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52FDD191-7305-E3BA-4A18-B4D1F92C0B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048" y="1679131"/>
            <a:ext cx="3838575" cy="97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17" descr="c13">
            <a:extLst>
              <a:ext uri="{FF2B5EF4-FFF2-40B4-BE49-F238E27FC236}">
                <a16:creationId xmlns:a16="http://schemas.microsoft.com/office/drawing/2014/main" id="{4E17F042-E59F-2800-13D7-A747985878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402" y="3138977"/>
            <a:ext cx="5273675" cy="1810385"/>
          </a:xfrm>
          <a:prstGeom prst="rect">
            <a:avLst/>
          </a:prstGeom>
        </p:spPr>
      </p:pic>
      <p:pic>
        <p:nvPicPr>
          <p:cNvPr id="7" name="Picture 12" descr="c13">
            <a:extLst>
              <a:ext uri="{FF2B5EF4-FFF2-40B4-BE49-F238E27FC236}">
                <a16:creationId xmlns:a16="http://schemas.microsoft.com/office/drawing/2014/main" id="{107252CE-D86C-52E9-73BC-8967C59528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79912" y="5269293"/>
            <a:ext cx="5264150" cy="1358900"/>
          </a:xfrm>
          <a:prstGeom prst="rect">
            <a:avLst/>
          </a:prstGeom>
        </p:spPr>
      </p:pic>
      <p:sp>
        <p:nvSpPr>
          <p:cNvPr id="8" name="Text Box 13315">
            <a:extLst>
              <a:ext uri="{FF2B5EF4-FFF2-40B4-BE49-F238E27FC236}">
                <a16:creationId xmlns:a16="http://schemas.microsoft.com/office/drawing/2014/main" id="{F3EFD478-9375-806C-FFE3-30B81126CD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923" y="3101896"/>
            <a:ext cx="3185443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dirty="0">
                <a:latin typeface="微軟正黑體" panose="020B0604030504040204" pitchFamily="34" charset="-120"/>
              </a:rPr>
              <a:t>RA4M1</a:t>
            </a:r>
            <a:r>
              <a:rPr lang="zh-TW" altLang="en-US" dirty="0">
                <a:latin typeface="微軟正黑體" panose="020B0604030504040204" pitchFamily="34" charset="-120"/>
              </a:rPr>
              <a:t>微控器內建</a:t>
            </a:r>
            <a:r>
              <a:rPr lang="en-US" altLang="zh-TW" dirty="0">
                <a:latin typeface="微軟正黑體" panose="020B0604030504040204" pitchFamily="34" charset="-120"/>
              </a:rPr>
              <a:t>12</a:t>
            </a:r>
            <a:r>
              <a:rPr lang="zh-TW" altLang="en-US" dirty="0">
                <a:latin typeface="微軟正黑體" panose="020B0604030504040204" pitchFamily="34" charset="-120"/>
              </a:rPr>
              <a:t>位元的數位類比轉換器（</a:t>
            </a:r>
            <a:r>
              <a:rPr lang="en-US" altLang="en-US" dirty="0">
                <a:latin typeface="微軟正黑體" panose="020B0604030504040204" pitchFamily="34" charset="-120"/>
              </a:rPr>
              <a:t>DAC</a:t>
            </a:r>
            <a:r>
              <a:rPr lang="zh-TW" altLang="en-US" dirty="0">
                <a:latin typeface="微軟正黑體" panose="020B0604030504040204" pitchFamily="34" charset="-120"/>
              </a:rPr>
              <a:t>），其輸出接在</a:t>
            </a:r>
            <a:r>
              <a:rPr lang="en-US" altLang="en-US" dirty="0">
                <a:latin typeface="微軟正黑體" panose="020B0604030504040204" pitchFamily="34" charset="-120"/>
              </a:rPr>
              <a:t>UNO R4</a:t>
            </a:r>
            <a:r>
              <a:rPr lang="zh-TW" altLang="en-US" dirty="0">
                <a:latin typeface="微軟正黑體" panose="020B0604030504040204" pitchFamily="34" charset="-120"/>
              </a:rPr>
              <a:t>板的</a:t>
            </a:r>
            <a:r>
              <a:rPr lang="en-US" altLang="en-US" dirty="0">
                <a:latin typeface="微軟正黑體" panose="020B0604030504040204" pitchFamily="34" charset="-120"/>
              </a:rPr>
              <a:t>A0</a:t>
            </a:r>
            <a:r>
              <a:rPr lang="zh-TW" altLang="en-US" dirty="0">
                <a:latin typeface="微軟正黑體" panose="020B0604030504040204" pitchFamily="34" charset="-120"/>
              </a:rPr>
              <a:t>腳。</a:t>
            </a:r>
            <a:endParaRPr lang="en-US" altLang="en-US" dirty="0">
              <a:latin typeface="微軟正黑體" panose="020B0604030504040204" pitchFamily="34" charset="-120"/>
            </a:endParaRPr>
          </a:p>
        </p:txBody>
      </p:sp>
      <p:sp>
        <p:nvSpPr>
          <p:cNvPr id="3" name="Oval 13316">
            <a:extLst>
              <a:ext uri="{FF2B5EF4-FFF2-40B4-BE49-F238E27FC236}">
                <a16:creationId xmlns:a16="http://schemas.microsoft.com/office/drawing/2014/main" id="{277A5690-5C01-EFE9-78E6-D88BC5CDA9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5661025"/>
            <a:ext cx="863600" cy="86360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9" name="Text Box 13317">
            <a:extLst>
              <a:ext uri="{FF2B5EF4-FFF2-40B4-BE49-F238E27FC236}">
                <a16:creationId xmlns:a16="http://schemas.microsoft.com/office/drawing/2014/main" id="{4E42C5C0-73FB-1461-4BC8-05AC3E2BD4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5994" y="5805488"/>
            <a:ext cx="83708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參閱</a:t>
            </a:r>
          </a:p>
          <a:p>
            <a:pPr algn="ctr"/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11</a:t>
            </a:r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-</a:t>
            </a:r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14</a:t>
            </a:r>
            <a:endParaRPr lang="zh-TW" altLang="en-US" dirty="0"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048123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CCE7F9C-EF8F-1213-7BD8-3EAF2B09F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輸出正弦波訊號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AAFD0D8D-3BCE-418A-A7B7-AAEA7A83B6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1936" y="1597529"/>
            <a:ext cx="4943475" cy="109410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BC7D1C88-7F99-186E-A3F2-D85996872E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7472" y="3320716"/>
            <a:ext cx="5272405" cy="1495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C3A7634F-69CC-C8E3-2025-B41C5E4805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5445224"/>
            <a:ext cx="4719320" cy="80137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F1067343-4D5A-CDEE-011F-8D55F497921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8463" y="5227486"/>
            <a:ext cx="2628900" cy="98869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 Box 13315">
            <a:extLst>
              <a:ext uri="{FF2B5EF4-FFF2-40B4-BE49-F238E27FC236}">
                <a16:creationId xmlns:a16="http://schemas.microsoft.com/office/drawing/2014/main" id="{67E32BA6-5F95-AB3F-CE2D-22189DED42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504" y="1682916"/>
            <a:ext cx="3419872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zh-TW" altLang="en-US" dirty="0">
                <a:latin typeface="微軟正黑體" panose="020B0604030504040204" pitchFamily="34" charset="-120"/>
              </a:rPr>
              <a:t>弦波是構成聲音的基本單位，多數自然界的聲音都是由許多不同頻率和振幅的弦波疊加而成。</a:t>
            </a:r>
            <a:endParaRPr lang="en-US" altLang="en-US" dirty="0">
              <a:latin typeface="微軟正黑體" panose="020B0604030504040204" pitchFamily="34" charset="-120"/>
            </a:endParaRPr>
          </a:p>
        </p:txBody>
      </p:sp>
      <p:sp>
        <p:nvSpPr>
          <p:cNvPr id="3" name="Oval 13316">
            <a:extLst>
              <a:ext uri="{FF2B5EF4-FFF2-40B4-BE49-F238E27FC236}">
                <a16:creationId xmlns:a16="http://schemas.microsoft.com/office/drawing/2014/main" id="{C671A532-951A-83D8-DD0B-DE40F1E3C4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392" y="3966829"/>
            <a:ext cx="863600" cy="86360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9" name="Text Box 13317">
            <a:extLst>
              <a:ext uri="{FF2B5EF4-FFF2-40B4-BE49-F238E27FC236}">
                <a16:creationId xmlns:a16="http://schemas.microsoft.com/office/drawing/2014/main" id="{D299F8DF-A217-5805-697A-7E11C9EBAB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536" y="4111292"/>
            <a:ext cx="83708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參閱</a:t>
            </a:r>
          </a:p>
          <a:p>
            <a:pPr algn="ctr"/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11</a:t>
            </a:r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-</a:t>
            </a:r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16</a:t>
            </a:r>
            <a:endParaRPr lang="zh-TW" altLang="en-US" dirty="0"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875976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5010865-A8DD-E3E0-FE66-445BD97DF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動手做</a:t>
            </a:r>
            <a:r>
              <a:rPr lang="en-US" altLang="zh-TW" dirty="0"/>
              <a:t>11-2</a:t>
            </a:r>
            <a:r>
              <a:rPr lang="zh-TW" altLang="en-US" dirty="0"/>
              <a:t>：電音蝌蚪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A5F0AB63-9F99-F78D-6676-45F5650211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684447"/>
            <a:ext cx="3067050" cy="253619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1009CB18-53CD-E837-433A-6BD0D655AF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9912" y="1772816"/>
            <a:ext cx="5267325" cy="134810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A0DB7B90-3234-F493-5C81-E432985BE6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261" y="4813085"/>
            <a:ext cx="5272405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CB127C77-363E-9F1A-7473-2C97FFA49DB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9518" y="3351370"/>
            <a:ext cx="5105400" cy="123126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817138A9-8B45-5675-49D4-4DAAEF14AF5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3114" y="5448817"/>
            <a:ext cx="5000625" cy="13652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Oval 13316">
            <a:extLst>
              <a:ext uri="{FF2B5EF4-FFF2-40B4-BE49-F238E27FC236}">
                <a16:creationId xmlns:a16="http://schemas.microsoft.com/office/drawing/2014/main" id="{28177AA5-0D5F-587A-2EFA-8681D589A3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400" y="5733831"/>
            <a:ext cx="863600" cy="86360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9" name="Text Box 13317">
            <a:extLst>
              <a:ext uri="{FF2B5EF4-FFF2-40B4-BE49-F238E27FC236}">
                <a16:creationId xmlns:a16="http://schemas.microsoft.com/office/drawing/2014/main" id="{E97C4AE7-5D19-5907-3FDE-2B656C1CA5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4" y="5878294"/>
            <a:ext cx="83708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參閱</a:t>
            </a:r>
          </a:p>
          <a:p>
            <a:pPr algn="ctr"/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11</a:t>
            </a:r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-</a:t>
            </a:r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17</a:t>
            </a:r>
            <a:endParaRPr lang="zh-TW" altLang="en-US" dirty="0"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883128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7F23E0-C865-AAAF-F624-F0DC00E10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使用</a:t>
            </a:r>
            <a:r>
              <a:rPr lang="en-US" altLang="zh-TW" dirty="0" err="1"/>
              <a:t>analogWave</a:t>
            </a:r>
            <a:r>
              <a:rPr lang="zh-TW" altLang="en-US" dirty="0"/>
              <a:t>程式庫調控</a:t>
            </a:r>
            <a:r>
              <a:rPr lang="en-US" altLang="zh-TW" dirty="0"/>
              <a:t>DAC</a:t>
            </a:r>
            <a:r>
              <a:rPr lang="zh-TW" altLang="en-US" dirty="0"/>
              <a:t>產生訊號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ED97F06F-257F-57B0-7270-65F7318F81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791565"/>
            <a:ext cx="5272405" cy="786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E3EF33AF-D0C5-DDFB-506D-435C4A0DA6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2852936"/>
            <a:ext cx="5272405" cy="79057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FD5109E3-C46E-A430-600A-F13E06982EAC}"/>
              </a:ext>
            </a:extLst>
          </p:cNvPr>
          <p:cNvSpPr txBox="1"/>
          <p:nvPr/>
        </p:nvSpPr>
        <p:spPr>
          <a:xfrm>
            <a:off x="5652120" y="1772816"/>
            <a:ext cx="4358411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TW" sz="1200" kern="0" dirty="0">
                <a:effectLst/>
                <a:latin typeface="新細明體" panose="02020500000000000000" pitchFamily="18" charset="-120"/>
                <a:ea typeface="SimSun" panose="02010600030101010101" pitchFamily="2" charset="-122"/>
                <a:cs typeface="Arial" panose="020B0604020202020204" pitchFamily="34" charset="0"/>
              </a:rPr>
              <a:t>#include &lt;</a:t>
            </a:r>
            <a:r>
              <a:rPr lang="en-US" altLang="zh-TW" sz="1200" kern="0" dirty="0" err="1">
                <a:effectLst/>
                <a:latin typeface="新細明體" panose="02020500000000000000" pitchFamily="18" charset="-120"/>
                <a:ea typeface="SimSun" panose="02010600030101010101" pitchFamily="2" charset="-122"/>
                <a:cs typeface="Arial" panose="020B0604020202020204" pitchFamily="34" charset="0"/>
              </a:rPr>
              <a:t>analogWave.h</a:t>
            </a:r>
            <a:r>
              <a:rPr lang="en-US" altLang="zh-TW" sz="1200" kern="0" dirty="0">
                <a:effectLst/>
                <a:latin typeface="新細明體" panose="02020500000000000000" pitchFamily="18" charset="-120"/>
                <a:ea typeface="SimSun" panose="02010600030101010101" pitchFamily="2" charset="-122"/>
                <a:cs typeface="Arial" panose="020B0604020202020204" pitchFamily="34" charset="0"/>
              </a:rPr>
              <a:t>&gt;  // </a:t>
            </a:r>
            <a:r>
              <a:rPr lang="zh-TW" altLang="zh-TW" sz="1200" kern="0" dirty="0"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Arial" panose="020B0604020202020204" pitchFamily="34" charset="0"/>
              </a:rPr>
              <a:t>引用此程式庫</a:t>
            </a:r>
            <a:endParaRPr lang="zh-TW" altLang="zh-TW" sz="1200" kern="1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algn="just"/>
            <a:r>
              <a:rPr lang="en-US" altLang="zh-TW" sz="1200" kern="0" dirty="0">
                <a:effectLst/>
                <a:latin typeface="新細明體" panose="02020500000000000000" pitchFamily="18" charset="-120"/>
                <a:ea typeface="SimSun" panose="02010600030101010101" pitchFamily="2" charset="-122"/>
                <a:cs typeface="Arial" panose="020B0604020202020204" pitchFamily="34" charset="0"/>
              </a:rPr>
              <a:t>#define BTN_PIN 2       // </a:t>
            </a:r>
            <a:r>
              <a:rPr lang="zh-TW" altLang="zh-TW" sz="1200" kern="0" dirty="0"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Arial" panose="020B0604020202020204" pitchFamily="34" charset="0"/>
              </a:rPr>
              <a:t>定義開關接腳</a:t>
            </a:r>
            <a:endParaRPr lang="zh-TW" altLang="zh-TW" sz="1200" kern="1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algn="just"/>
            <a:r>
              <a:rPr lang="en-US" altLang="zh-TW" sz="1200" kern="0" dirty="0">
                <a:effectLst/>
                <a:latin typeface="新細明體" panose="02020500000000000000" pitchFamily="18" charset="-120"/>
                <a:ea typeface="SimSun" panose="02010600030101010101" pitchFamily="2" charset="-122"/>
                <a:cs typeface="Arial" panose="020B0604020202020204" pitchFamily="34" charset="0"/>
              </a:rPr>
              <a:t> </a:t>
            </a:r>
            <a:endParaRPr lang="zh-TW" altLang="zh-TW" sz="1200" kern="1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algn="just"/>
            <a:r>
              <a:rPr lang="en-US" altLang="zh-TW" sz="1200" kern="0" dirty="0" err="1">
                <a:effectLst/>
                <a:latin typeface="新細明體" panose="02020500000000000000" pitchFamily="18" charset="-120"/>
                <a:ea typeface="SimSun" panose="02010600030101010101" pitchFamily="2" charset="-122"/>
                <a:cs typeface="Arial" panose="020B0604020202020204" pitchFamily="34" charset="0"/>
              </a:rPr>
              <a:t>analogWave</a:t>
            </a:r>
            <a:r>
              <a:rPr lang="en-US" altLang="zh-TW" sz="1200" kern="0" dirty="0">
                <a:effectLst/>
                <a:latin typeface="新細明體" panose="02020500000000000000" pitchFamily="18" charset="-120"/>
                <a:ea typeface="SimSun" panose="02010600030101010101" pitchFamily="2" charset="-122"/>
                <a:cs typeface="Arial" panose="020B0604020202020204" pitchFamily="34" charset="0"/>
              </a:rPr>
              <a:t> wave(DAC);  // </a:t>
            </a:r>
            <a:r>
              <a:rPr lang="zh-TW" altLang="zh-TW" sz="1200" kern="0" dirty="0"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Arial" panose="020B0604020202020204" pitchFamily="34" charset="0"/>
              </a:rPr>
              <a:t>建立</a:t>
            </a:r>
            <a:r>
              <a:rPr lang="en-US" altLang="zh-TW" sz="1200" kern="0" dirty="0" err="1"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Arial" panose="020B0604020202020204" pitchFamily="34" charset="0"/>
              </a:rPr>
              <a:t>analogWave</a:t>
            </a:r>
            <a:r>
              <a:rPr lang="zh-TW" altLang="zh-TW" sz="1200" kern="0" dirty="0"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Arial" panose="020B0604020202020204" pitchFamily="34" charset="0"/>
              </a:rPr>
              <a:t>物件</a:t>
            </a:r>
            <a:r>
              <a:rPr lang="en-US" altLang="zh-TW" sz="1200" kern="0" dirty="0">
                <a:effectLst/>
                <a:latin typeface="新細明體" panose="02020500000000000000" pitchFamily="18" charset="-120"/>
                <a:ea typeface="SimSun" panose="02010600030101010101" pitchFamily="2" charset="-122"/>
                <a:cs typeface="Arial" panose="020B0604020202020204" pitchFamily="34" charset="0"/>
              </a:rPr>
              <a:t> </a:t>
            </a:r>
            <a:endParaRPr lang="zh-TW" altLang="zh-TW" sz="1200" kern="1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algn="just"/>
            <a:r>
              <a:rPr lang="en-US" altLang="zh-TW" sz="1200" kern="0" dirty="0">
                <a:effectLst/>
                <a:latin typeface="新細明體" panose="02020500000000000000" pitchFamily="18" charset="-120"/>
                <a:ea typeface="SimSun" panose="02010600030101010101" pitchFamily="2" charset="-122"/>
                <a:cs typeface="Arial" panose="020B0604020202020204" pitchFamily="34" charset="0"/>
              </a:rPr>
              <a:t>int </a:t>
            </a:r>
            <a:r>
              <a:rPr lang="en-US" altLang="zh-TW" sz="1200" kern="0" dirty="0" err="1">
                <a:effectLst/>
                <a:latin typeface="新細明體" panose="02020500000000000000" pitchFamily="18" charset="-120"/>
                <a:ea typeface="SimSun" panose="02010600030101010101" pitchFamily="2" charset="-122"/>
                <a:cs typeface="Arial" panose="020B0604020202020204" pitchFamily="34" charset="0"/>
              </a:rPr>
              <a:t>freq</a:t>
            </a:r>
            <a:r>
              <a:rPr lang="en-US" altLang="zh-TW" sz="1200" kern="0" dirty="0">
                <a:effectLst/>
                <a:latin typeface="新細明體" panose="02020500000000000000" pitchFamily="18" charset="-120"/>
                <a:ea typeface="SimSun" panose="02010600030101010101" pitchFamily="2" charset="-122"/>
                <a:cs typeface="Arial" panose="020B0604020202020204" pitchFamily="34" charset="0"/>
              </a:rPr>
              <a:t> = 10;  // </a:t>
            </a:r>
            <a:r>
              <a:rPr lang="zh-TW" altLang="zh-TW" sz="1200" kern="0" dirty="0"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Arial" panose="020B0604020202020204" pitchFamily="34" charset="0"/>
              </a:rPr>
              <a:t>定義儲存頻率值</a:t>
            </a:r>
            <a:endParaRPr lang="zh-TW" altLang="zh-TW" sz="1200" kern="1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algn="just"/>
            <a:r>
              <a:rPr lang="en-US" altLang="zh-TW" sz="1200" kern="0" dirty="0">
                <a:effectLst/>
                <a:latin typeface="新細明體" panose="02020500000000000000" pitchFamily="18" charset="-120"/>
                <a:ea typeface="SimSun" panose="02010600030101010101" pitchFamily="2" charset="-122"/>
                <a:cs typeface="Arial" panose="020B0604020202020204" pitchFamily="34" charset="0"/>
              </a:rPr>
              <a:t> </a:t>
            </a:r>
            <a:endParaRPr lang="zh-TW" altLang="zh-TW" sz="1200" kern="1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algn="just"/>
            <a:r>
              <a:rPr lang="en-US" altLang="zh-TW" sz="1200" kern="0" dirty="0">
                <a:effectLst/>
                <a:latin typeface="新細明體" panose="02020500000000000000" pitchFamily="18" charset="-120"/>
                <a:ea typeface="SimSun" panose="02010600030101010101" pitchFamily="2" charset="-122"/>
                <a:cs typeface="Arial" panose="020B0604020202020204" pitchFamily="34" charset="0"/>
              </a:rPr>
              <a:t>void setup() {</a:t>
            </a:r>
            <a:endParaRPr lang="zh-TW" altLang="zh-TW" sz="1200" kern="1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algn="just"/>
            <a:r>
              <a:rPr lang="en-US" altLang="zh-TW" sz="1200" kern="0" dirty="0">
                <a:effectLst/>
                <a:latin typeface="新細明體" panose="02020500000000000000" pitchFamily="18" charset="-120"/>
                <a:ea typeface="SimSun" panose="02010600030101010101" pitchFamily="2" charset="-122"/>
                <a:cs typeface="Arial" panose="020B0604020202020204" pitchFamily="34" charset="0"/>
              </a:rPr>
              <a:t>  </a:t>
            </a:r>
            <a:r>
              <a:rPr lang="en-US" altLang="zh-TW" sz="1200" kern="0" dirty="0" err="1">
                <a:effectLst/>
                <a:latin typeface="新細明體" panose="02020500000000000000" pitchFamily="18" charset="-120"/>
                <a:ea typeface="SimSun" panose="02010600030101010101" pitchFamily="2" charset="-122"/>
                <a:cs typeface="Arial" panose="020B0604020202020204" pitchFamily="34" charset="0"/>
              </a:rPr>
              <a:t>Serial.begin</a:t>
            </a:r>
            <a:r>
              <a:rPr lang="en-US" altLang="zh-TW" sz="1200" kern="0" dirty="0">
                <a:effectLst/>
                <a:latin typeface="新細明體" panose="02020500000000000000" pitchFamily="18" charset="-120"/>
                <a:ea typeface="SimSun" panose="02010600030101010101" pitchFamily="2" charset="-122"/>
                <a:cs typeface="Arial" panose="020B0604020202020204" pitchFamily="34" charset="0"/>
              </a:rPr>
              <a:t>(9600);</a:t>
            </a:r>
            <a:endParaRPr lang="zh-TW" altLang="zh-TW" sz="1200" kern="1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algn="just"/>
            <a:r>
              <a:rPr lang="en-US" altLang="zh-TW" sz="1200" kern="0" dirty="0">
                <a:effectLst/>
                <a:latin typeface="新細明體" panose="02020500000000000000" pitchFamily="18" charset="-120"/>
                <a:ea typeface="SimSun" panose="02010600030101010101" pitchFamily="2" charset="-122"/>
                <a:cs typeface="Arial" panose="020B0604020202020204" pitchFamily="34" charset="0"/>
              </a:rPr>
              <a:t>  </a:t>
            </a:r>
            <a:r>
              <a:rPr lang="en-US" altLang="zh-TW" sz="1200" kern="0" dirty="0" err="1">
                <a:effectLst/>
                <a:latin typeface="新細明體" panose="02020500000000000000" pitchFamily="18" charset="-120"/>
                <a:ea typeface="SimSun" panose="02010600030101010101" pitchFamily="2" charset="-122"/>
                <a:cs typeface="Arial" panose="020B0604020202020204" pitchFamily="34" charset="0"/>
              </a:rPr>
              <a:t>pinMode</a:t>
            </a:r>
            <a:r>
              <a:rPr lang="en-US" altLang="zh-TW" sz="1200" kern="0" dirty="0">
                <a:effectLst/>
                <a:latin typeface="新細明體" panose="02020500000000000000" pitchFamily="18" charset="-120"/>
                <a:ea typeface="SimSun" panose="02010600030101010101" pitchFamily="2" charset="-122"/>
                <a:cs typeface="Arial" panose="020B0604020202020204" pitchFamily="34" charset="0"/>
              </a:rPr>
              <a:t>(BTN_PIN, INPUT);</a:t>
            </a:r>
            <a:endParaRPr lang="zh-TW" altLang="zh-TW" sz="1200" kern="1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algn="just"/>
            <a:r>
              <a:rPr lang="en-US" altLang="zh-TW" sz="1200" kern="0" dirty="0">
                <a:effectLst/>
                <a:latin typeface="新細明體" panose="02020500000000000000" pitchFamily="18" charset="-120"/>
                <a:ea typeface="SimSun" panose="02010600030101010101" pitchFamily="2" charset="-122"/>
                <a:cs typeface="Arial" panose="020B0604020202020204" pitchFamily="34" charset="0"/>
              </a:rPr>
              <a:t>  </a:t>
            </a:r>
            <a:r>
              <a:rPr lang="en-US" altLang="zh-TW" sz="1200" kern="0" dirty="0" err="1">
                <a:effectLst/>
                <a:latin typeface="新細明體" panose="02020500000000000000" pitchFamily="18" charset="-120"/>
                <a:ea typeface="SimSun" panose="02010600030101010101" pitchFamily="2" charset="-122"/>
                <a:cs typeface="Arial" panose="020B0604020202020204" pitchFamily="34" charset="0"/>
              </a:rPr>
              <a:t>wave.sine</a:t>
            </a:r>
            <a:r>
              <a:rPr lang="en-US" altLang="zh-TW" sz="1200" kern="0" dirty="0">
                <a:effectLst/>
                <a:latin typeface="新細明體" panose="02020500000000000000" pitchFamily="18" charset="-120"/>
                <a:ea typeface="SimSun" panose="02010600030101010101" pitchFamily="2" charset="-122"/>
                <a:cs typeface="Arial" panose="020B0604020202020204" pitchFamily="34" charset="0"/>
              </a:rPr>
              <a:t>(</a:t>
            </a:r>
            <a:r>
              <a:rPr lang="en-US" altLang="zh-TW" sz="1200" kern="0" dirty="0" err="1">
                <a:effectLst/>
                <a:latin typeface="新細明體" panose="02020500000000000000" pitchFamily="18" charset="-120"/>
                <a:ea typeface="SimSun" panose="02010600030101010101" pitchFamily="2" charset="-122"/>
                <a:cs typeface="Arial" panose="020B0604020202020204" pitchFamily="34" charset="0"/>
              </a:rPr>
              <a:t>freq</a:t>
            </a:r>
            <a:r>
              <a:rPr lang="en-US" altLang="zh-TW" sz="1200" kern="0" dirty="0">
                <a:effectLst/>
                <a:latin typeface="新細明體" panose="02020500000000000000" pitchFamily="18" charset="-120"/>
                <a:ea typeface="SimSun" panose="02010600030101010101" pitchFamily="2" charset="-122"/>
                <a:cs typeface="Arial" panose="020B0604020202020204" pitchFamily="34" charset="0"/>
              </a:rPr>
              <a:t>);  // </a:t>
            </a:r>
            <a:r>
              <a:rPr lang="zh-TW" altLang="zh-TW" sz="1200" kern="0" dirty="0"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Arial" panose="020B0604020202020204" pitchFamily="34" charset="0"/>
              </a:rPr>
              <a:t>以初設頻率產生正弦波</a:t>
            </a:r>
            <a:endParaRPr lang="zh-TW" altLang="zh-TW" sz="1200" kern="1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algn="just"/>
            <a:r>
              <a:rPr lang="en-US" altLang="zh-TW" sz="1200" kern="0" dirty="0">
                <a:effectLst/>
                <a:latin typeface="新細明體" panose="02020500000000000000" pitchFamily="18" charset="-120"/>
                <a:ea typeface="SimSun" panose="02010600030101010101" pitchFamily="2" charset="-122"/>
                <a:cs typeface="Arial" panose="020B0604020202020204" pitchFamily="34" charset="0"/>
              </a:rPr>
              <a:t>  </a:t>
            </a:r>
            <a:r>
              <a:rPr lang="en-US" altLang="zh-TW" sz="1200" kern="0" dirty="0" err="1">
                <a:effectLst/>
                <a:latin typeface="新細明體" panose="02020500000000000000" pitchFamily="18" charset="-120"/>
                <a:ea typeface="SimSun" panose="02010600030101010101" pitchFamily="2" charset="-122"/>
                <a:cs typeface="Arial" panose="020B0604020202020204" pitchFamily="34" charset="0"/>
              </a:rPr>
              <a:t>wave.stop</a:t>
            </a:r>
            <a:r>
              <a:rPr lang="en-US" altLang="zh-TW" sz="1200" kern="0" dirty="0">
                <a:effectLst/>
                <a:latin typeface="新細明體" panose="02020500000000000000" pitchFamily="18" charset="-120"/>
                <a:ea typeface="SimSun" panose="02010600030101010101" pitchFamily="2" charset="-122"/>
                <a:cs typeface="Arial" panose="020B0604020202020204" pitchFamily="34" charset="0"/>
              </a:rPr>
              <a:t>();      // </a:t>
            </a:r>
            <a:r>
              <a:rPr lang="zh-TW" altLang="zh-TW" sz="1200" kern="0" dirty="0"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Arial" panose="020B0604020202020204" pitchFamily="34" charset="0"/>
              </a:rPr>
              <a:t>停止輸出訊號</a:t>
            </a:r>
            <a:endParaRPr lang="zh-TW" altLang="zh-TW" sz="1200" kern="1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algn="just"/>
            <a:r>
              <a:rPr lang="en-US" altLang="zh-TW" sz="1200" kern="0" dirty="0">
                <a:effectLst/>
                <a:latin typeface="新細明體" panose="02020500000000000000" pitchFamily="18" charset="-120"/>
                <a:ea typeface="SimSun" panose="02010600030101010101" pitchFamily="2" charset="-122"/>
                <a:cs typeface="Arial" panose="020B0604020202020204" pitchFamily="34" charset="0"/>
              </a:rPr>
              <a:t>}</a:t>
            </a:r>
            <a:endParaRPr lang="zh-TW" altLang="zh-TW" sz="1200" kern="1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algn="just"/>
            <a:r>
              <a:rPr lang="en-US" altLang="zh-TW" sz="1200" kern="0" dirty="0">
                <a:effectLst/>
                <a:latin typeface="新細明體" panose="02020500000000000000" pitchFamily="18" charset="-120"/>
                <a:ea typeface="SimSun" panose="02010600030101010101" pitchFamily="2" charset="-122"/>
                <a:cs typeface="Arial" panose="020B0604020202020204" pitchFamily="34" charset="0"/>
              </a:rPr>
              <a:t> </a:t>
            </a:r>
            <a:endParaRPr lang="zh-TW" altLang="zh-TW" sz="1200" kern="1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algn="just"/>
            <a:r>
              <a:rPr lang="en-US" altLang="zh-TW" sz="1200" kern="0" dirty="0">
                <a:effectLst/>
                <a:latin typeface="新細明體" panose="02020500000000000000" pitchFamily="18" charset="-120"/>
                <a:ea typeface="SimSun" panose="02010600030101010101" pitchFamily="2" charset="-122"/>
                <a:cs typeface="Arial" panose="020B0604020202020204" pitchFamily="34" charset="0"/>
              </a:rPr>
              <a:t>void loop() {</a:t>
            </a:r>
            <a:endParaRPr lang="en-US" altLang="zh-TW" sz="1200" kern="100" dirty="0"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algn="just"/>
            <a:r>
              <a:rPr lang="zh-TW" altLang="en-US" sz="1200" kern="1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  </a:t>
            </a:r>
            <a:r>
              <a:rPr lang="en-US" altLang="zh-TW" sz="1200" kern="0" dirty="0" err="1">
                <a:effectLst/>
                <a:latin typeface="新細明體" panose="02020500000000000000" pitchFamily="18" charset="-120"/>
                <a:ea typeface="SimSun" panose="02010600030101010101" pitchFamily="2" charset="-122"/>
                <a:cs typeface="Arial" panose="020B0604020202020204" pitchFamily="34" charset="0"/>
              </a:rPr>
              <a:t>freq</a:t>
            </a:r>
            <a:r>
              <a:rPr lang="en-US" altLang="zh-TW" sz="1200" kern="0" dirty="0">
                <a:effectLst/>
                <a:latin typeface="新細明體" panose="02020500000000000000" pitchFamily="18" charset="-120"/>
                <a:ea typeface="SimSun" panose="02010600030101010101" pitchFamily="2" charset="-122"/>
                <a:cs typeface="Arial" panose="020B0604020202020204" pitchFamily="34" charset="0"/>
              </a:rPr>
              <a:t> = map(</a:t>
            </a:r>
            <a:r>
              <a:rPr lang="en-US" altLang="zh-TW" sz="1200" kern="0" dirty="0" err="1">
                <a:effectLst/>
                <a:latin typeface="新細明體" panose="02020500000000000000" pitchFamily="18" charset="-120"/>
                <a:ea typeface="SimSun" panose="02010600030101010101" pitchFamily="2" charset="-122"/>
                <a:cs typeface="Arial" panose="020B0604020202020204" pitchFamily="34" charset="0"/>
              </a:rPr>
              <a:t>analogRead</a:t>
            </a:r>
            <a:r>
              <a:rPr lang="en-US" altLang="zh-TW" sz="1200" kern="0" dirty="0">
                <a:effectLst/>
                <a:latin typeface="新細明體" panose="02020500000000000000" pitchFamily="18" charset="-120"/>
                <a:ea typeface="SimSun" panose="02010600030101010101" pitchFamily="2" charset="-122"/>
                <a:cs typeface="Arial" panose="020B0604020202020204" pitchFamily="34" charset="0"/>
              </a:rPr>
              <a:t>(A5), 0, 1023, 200, 2500);</a:t>
            </a:r>
            <a:endParaRPr lang="zh-TW" altLang="zh-TW" sz="1200" kern="1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algn="just"/>
            <a:r>
              <a:rPr lang="en-US" altLang="zh-TW" sz="1200" kern="0" dirty="0">
                <a:effectLst/>
                <a:latin typeface="新細明體" panose="02020500000000000000" pitchFamily="18" charset="-120"/>
                <a:ea typeface="SimSun" panose="02010600030101010101" pitchFamily="2" charset="-122"/>
                <a:cs typeface="Arial" panose="020B0604020202020204" pitchFamily="34" charset="0"/>
              </a:rPr>
              <a:t>  </a:t>
            </a:r>
            <a:r>
              <a:rPr lang="en-US" altLang="zh-TW" sz="1200" kern="0" dirty="0" err="1">
                <a:effectLst/>
                <a:latin typeface="新細明體" panose="02020500000000000000" pitchFamily="18" charset="-120"/>
                <a:ea typeface="SimSun" panose="02010600030101010101" pitchFamily="2" charset="-122"/>
                <a:cs typeface="Arial" panose="020B0604020202020204" pitchFamily="34" charset="0"/>
              </a:rPr>
              <a:t>Serial.println</a:t>
            </a:r>
            <a:r>
              <a:rPr lang="en-US" altLang="zh-TW" sz="1200" kern="0" dirty="0">
                <a:effectLst/>
                <a:latin typeface="新細明體" panose="02020500000000000000" pitchFamily="18" charset="-120"/>
                <a:ea typeface="SimSun" panose="02010600030101010101" pitchFamily="2" charset="-122"/>
                <a:cs typeface="Arial" panose="020B0604020202020204" pitchFamily="34" charset="0"/>
              </a:rPr>
              <a:t>(String(</a:t>
            </a:r>
            <a:r>
              <a:rPr lang="en-US" altLang="zh-TW" sz="1200" kern="0" dirty="0" err="1">
                <a:effectLst/>
                <a:latin typeface="新細明體" panose="02020500000000000000" pitchFamily="18" charset="-120"/>
                <a:ea typeface="SimSun" panose="02010600030101010101" pitchFamily="2" charset="-122"/>
                <a:cs typeface="Arial" panose="020B0604020202020204" pitchFamily="34" charset="0"/>
              </a:rPr>
              <a:t>freq</a:t>
            </a:r>
            <a:r>
              <a:rPr lang="en-US" altLang="zh-TW" sz="1200" kern="0" dirty="0">
                <a:effectLst/>
                <a:latin typeface="新細明體" panose="02020500000000000000" pitchFamily="18" charset="-120"/>
                <a:ea typeface="SimSun" panose="02010600030101010101" pitchFamily="2" charset="-122"/>
                <a:cs typeface="Arial" panose="020B0604020202020204" pitchFamily="34" charset="0"/>
              </a:rPr>
              <a:t>) + " Hz");  </a:t>
            </a:r>
            <a:endParaRPr lang="zh-TW" altLang="zh-TW" sz="1200" kern="1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algn="just"/>
            <a:r>
              <a:rPr lang="en-US" altLang="zh-TW" sz="1200" kern="0" dirty="0">
                <a:effectLst/>
                <a:latin typeface="新細明體" panose="02020500000000000000" pitchFamily="18" charset="-120"/>
                <a:ea typeface="SimSun" panose="02010600030101010101" pitchFamily="2" charset="-122"/>
                <a:cs typeface="Arial" panose="020B0604020202020204" pitchFamily="34" charset="0"/>
              </a:rPr>
              <a:t>  bool </a:t>
            </a:r>
            <a:r>
              <a:rPr lang="en-US" altLang="zh-TW" sz="1200" kern="0" dirty="0" err="1">
                <a:effectLst/>
                <a:latin typeface="新細明體" panose="02020500000000000000" pitchFamily="18" charset="-120"/>
                <a:ea typeface="SimSun" panose="02010600030101010101" pitchFamily="2" charset="-122"/>
                <a:cs typeface="Arial" panose="020B0604020202020204" pitchFamily="34" charset="0"/>
              </a:rPr>
              <a:t>sw</a:t>
            </a:r>
            <a:r>
              <a:rPr lang="en-US" altLang="zh-TW" sz="1200" kern="0" dirty="0">
                <a:effectLst/>
                <a:latin typeface="新細明體" panose="02020500000000000000" pitchFamily="18" charset="-120"/>
                <a:ea typeface="SimSun" panose="02010600030101010101" pitchFamily="2" charset="-122"/>
                <a:cs typeface="Arial" panose="020B0604020202020204" pitchFamily="34" charset="0"/>
              </a:rPr>
              <a:t> = </a:t>
            </a:r>
            <a:r>
              <a:rPr lang="en-US" altLang="zh-TW" sz="1200" kern="0" dirty="0" err="1">
                <a:effectLst/>
                <a:latin typeface="新細明體" panose="02020500000000000000" pitchFamily="18" charset="-120"/>
                <a:ea typeface="SimSun" panose="02010600030101010101" pitchFamily="2" charset="-122"/>
                <a:cs typeface="Arial" panose="020B0604020202020204" pitchFamily="34" charset="0"/>
              </a:rPr>
              <a:t>digitalRead</a:t>
            </a:r>
            <a:r>
              <a:rPr lang="en-US" altLang="zh-TW" sz="1200" kern="0" dirty="0">
                <a:effectLst/>
                <a:latin typeface="新細明體" panose="02020500000000000000" pitchFamily="18" charset="-120"/>
                <a:ea typeface="SimSun" panose="02010600030101010101" pitchFamily="2" charset="-122"/>
                <a:cs typeface="Arial" panose="020B0604020202020204" pitchFamily="34" charset="0"/>
              </a:rPr>
              <a:t>(BTN_PIN);  </a:t>
            </a:r>
            <a:endParaRPr lang="zh-TW" altLang="zh-TW" sz="1200" kern="1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algn="just"/>
            <a:r>
              <a:rPr lang="en-US" altLang="zh-TW" sz="1200" kern="0" dirty="0">
                <a:effectLst/>
                <a:latin typeface="新細明體" panose="02020500000000000000" pitchFamily="18" charset="-120"/>
                <a:ea typeface="SimSun" panose="02010600030101010101" pitchFamily="2" charset="-122"/>
                <a:cs typeface="Arial" panose="020B0604020202020204" pitchFamily="34" charset="0"/>
              </a:rPr>
              <a:t>  if (</a:t>
            </a:r>
            <a:r>
              <a:rPr lang="en-US" altLang="zh-TW" sz="1200" kern="0" dirty="0" err="1">
                <a:effectLst/>
                <a:latin typeface="新細明體" panose="02020500000000000000" pitchFamily="18" charset="-120"/>
                <a:ea typeface="SimSun" panose="02010600030101010101" pitchFamily="2" charset="-122"/>
                <a:cs typeface="Arial" panose="020B0604020202020204" pitchFamily="34" charset="0"/>
              </a:rPr>
              <a:t>sw</a:t>
            </a:r>
            <a:r>
              <a:rPr lang="en-US" altLang="zh-TW" sz="1200" kern="0" dirty="0">
                <a:effectLst/>
                <a:latin typeface="新細明體" panose="02020500000000000000" pitchFamily="18" charset="-120"/>
                <a:ea typeface="SimSun" panose="02010600030101010101" pitchFamily="2" charset="-122"/>
                <a:cs typeface="Arial" panose="020B0604020202020204" pitchFamily="34" charset="0"/>
              </a:rPr>
              <a:t> == 0) {       // </a:t>
            </a:r>
            <a:r>
              <a:rPr lang="zh-TW" altLang="zh-TW" sz="1200" kern="0" dirty="0"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Arial" panose="020B0604020202020204" pitchFamily="34" charset="0"/>
              </a:rPr>
              <a:t>若開關被按下…</a:t>
            </a:r>
            <a:endParaRPr lang="zh-TW" altLang="zh-TW" sz="1200" kern="1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algn="just"/>
            <a:r>
              <a:rPr lang="en-US" altLang="zh-TW" sz="1200" kern="0" dirty="0">
                <a:effectLst/>
                <a:latin typeface="新細明體" panose="02020500000000000000" pitchFamily="18" charset="-120"/>
                <a:ea typeface="SimSun" panose="02010600030101010101" pitchFamily="2" charset="-122"/>
                <a:cs typeface="Arial" panose="020B0604020202020204" pitchFamily="34" charset="0"/>
              </a:rPr>
              <a:t>    </a:t>
            </a:r>
            <a:r>
              <a:rPr lang="en-US" altLang="zh-TW" sz="1200" kern="0" dirty="0" err="1">
                <a:effectLst/>
                <a:latin typeface="新細明體" panose="02020500000000000000" pitchFamily="18" charset="-120"/>
                <a:ea typeface="SimSun" panose="02010600030101010101" pitchFamily="2" charset="-122"/>
                <a:cs typeface="Arial" panose="020B0604020202020204" pitchFamily="34" charset="0"/>
              </a:rPr>
              <a:t>wave.freq</a:t>
            </a:r>
            <a:r>
              <a:rPr lang="en-US" altLang="zh-TW" sz="1200" kern="0" dirty="0">
                <a:effectLst/>
                <a:latin typeface="新細明體" panose="02020500000000000000" pitchFamily="18" charset="-120"/>
                <a:ea typeface="SimSun" panose="02010600030101010101" pitchFamily="2" charset="-122"/>
                <a:cs typeface="Arial" panose="020B0604020202020204" pitchFamily="34" charset="0"/>
              </a:rPr>
              <a:t>(</a:t>
            </a:r>
            <a:r>
              <a:rPr lang="en-US" altLang="zh-TW" sz="1200" kern="0" dirty="0" err="1">
                <a:effectLst/>
                <a:latin typeface="新細明體" panose="02020500000000000000" pitchFamily="18" charset="-120"/>
                <a:ea typeface="SimSun" panose="02010600030101010101" pitchFamily="2" charset="-122"/>
                <a:cs typeface="Arial" panose="020B0604020202020204" pitchFamily="34" charset="0"/>
              </a:rPr>
              <a:t>freq</a:t>
            </a:r>
            <a:r>
              <a:rPr lang="en-US" altLang="zh-TW" sz="1200" kern="0" dirty="0">
                <a:effectLst/>
                <a:latin typeface="新細明體" panose="02020500000000000000" pitchFamily="18" charset="-120"/>
                <a:ea typeface="SimSun" panose="02010600030101010101" pitchFamily="2" charset="-122"/>
                <a:cs typeface="Arial" panose="020B0604020202020204" pitchFamily="34" charset="0"/>
              </a:rPr>
              <a:t>);  // </a:t>
            </a:r>
            <a:r>
              <a:rPr lang="zh-TW" altLang="zh-TW" sz="1200" kern="0" dirty="0"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Arial" panose="020B0604020202020204" pitchFamily="34" charset="0"/>
              </a:rPr>
              <a:t>設置</a:t>
            </a:r>
            <a:r>
              <a:rPr lang="en-US" altLang="zh-TW" sz="1200" kern="0" dirty="0"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Arial" panose="020B0604020202020204" pitchFamily="34" charset="0"/>
              </a:rPr>
              <a:t>DAC</a:t>
            </a:r>
            <a:r>
              <a:rPr lang="zh-TW" altLang="zh-TW" sz="1200" kern="0" dirty="0"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Arial" panose="020B0604020202020204" pitchFamily="34" charset="0"/>
              </a:rPr>
              <a:t>輸出頻率</a:t>
            </a:r>
            <a:endParaRPr lang="zh-TW" altLang="zh-TW" sz="1200" kern="1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algn="just"/>
            <a:r>
              <a:rPr lang="en-US" altLang="zh-TW" sz="1200" kern="0" dirty="0">
                <a:effectLst/>
                <a:latin typeface="新細明體" panose="02020500000000000000" pitchFamily="18" charset="-120"/>
                <a:ea typeface="SimSun" panose="02010600030101010101" pitchFamily="2" charset="-122"/>
                <a:cs typeface="Arial" panose="020B0604020202020204" pitchFamily="34" charset="0"/>
              </a:rPr>
              <a:t>  } else {</a:t>
            </a:r>
            <a:endParaRPr lang="zh-TW" altLang="zh-TW" sz="1200" kern="1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algn="just"/>
            <a:r>
              <a:rPr lang="en-US" altLang="zh-TW" sz="1200" kern="0" dirty="0">
                <a:effectLst/>
                <a:latin typeface="新細明體" panose="02020500000000000000" pitchFamily="18" charset="-120"/>
                <a:ea typeface="SimSun" panose="02010600030101010101" pitchFamily="2" charset="-122"/>
                <a:cs typeface="Arial" panose="020B0604020202020204" pitchFamily="34" charset="0"/>
              </a:rPr>
              <a:t>    </a:t>
            </a:r>
            <a:r>
              <a:rPr lang="en-US" altLang="zh-TW" sz="1200" kern="0" dirty="0" err="1">
                <a:effectLst/>
                <a:latin typeface="新細明體" panose="02020500000000000000" pitchFamily="18" charset="-120"/>
                <a:ea typeface="SimSun" panose="02010600030101010101" pitchFamily="2" charset="-122"/>
                <a:cs typeface="Arial" panose="020B0604020202020204" pitchFamily="34" charset="0"/>
              </a:rPr>
              <a:t>wave.stop</a:t>
            </a:r>
            <a:r>
              <a:rPr lang="en-US" altLang="zh-TW" sz="1200" kern="0" dirty="0">
                <a:effectLst/>
                <a:latin typeface="新細明體" panose="02020500000000000000" pitchFamily="18" charset="-120"/>
                <a:ea typeface="SimSun" panose="02010600030101010101" pitchFamily="2" charset="-122"/>
                <a:cs typeface="Arial" panose="020B0604020202020204" pitchFamily="34" charset="0"/>
              </a:rPr>
              <a:t>();     // </a:t>
            </a:r>
            <a:r>
              <a:rPr lang="zh-TW" altLang="zh-TW" sz="1200" kern="0" dirty="0"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Arial" panose="020B0604020202020204" pitchFamily="34" charset="0"/>
              </a:rPr>
              <a:t>停止輸出訊號</a:t>
            </a:r>
            <a:endParaRPr lang="zh-TW" altLang="zh-TW" sz="1200" kern="1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algn="just"/>
            <a:r>
              <a:rPr lang="en-US" altLang="zh-TW" sz="1200" kern="0" dirty="0">
                <a:effectLst/>
                <a:latin typeface="新細明體" panose="02020500000000000000" pitchFamily="18" charset="-120"/>
                <a:ea typeface="SimSun" panose="02010600030101010101" pitchFamily="2" charset="-122"/>
                <a:cs typeface="Arial" panose="020B0604020202020204" pitchFamily="34" charset="0"/>
              </a:rPr>
              <a:t>  }</a:t>
            </a:r>
            <a:endParaRPr lang="zh-TW" altLang="zh-TW" sz="1200" kern="1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algn="just"/>
            <a:r>
              <a:rPr lang="en-US" altLang="zh-TW" sz="1200" kern="0" dirty="0">
                <a:effectLst/>
                <a:latin typeface="新細明體" panose="02020500000000000000" pitchFamily="18" charset="-120"/>
                <a:ea typeface="SimSun" panose="02010600030101010101" pitchFamily="2" charset="-122"/>
                <a:cs typeface="Arial" panose="020B0604020202020204" pitchFamily="34" charset="0"/>
              </a:rPr>
              <a:t>}</a:t>
            </a:r>
            <a:endParaRPr lang="zh-TW" altLang="zh-TW" sz="1200" kern="1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3" name="Oval 13316">
            <a:extLst>
              <a:ext uri="{FF2B5EF4-FFF2-40B4-BE49-F238E27FC236}">
                <a16:creationId xmlns:a16="http://schemas.microsoft.com/office/drawing/2014/main" id="{08906C24-47BB-FA44-E67B-AA8F55BF43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217" y="5644837"/>
            <a:ext cx="863600" cy="86360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6" name="Text Box 13317">
            <a:extLst>
              <a:ext uri="{FF2B5EF4-FFF2-40B4-BE49-F238E27FC236}">
                <a16:creationId xmlns:a16="http://schemas.microsoft.com/office/drawing/2014/main" id="{34E4CB24-C906-87F7-D7C3-48956F766B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361" y="5789300"/>
            <a:ext cx="83708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參閱</a:t>
            </a:r>
          </a:p>
          <a:p>
            <a:pPr algn="ctr"/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11</a:t>
            </a:r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-</a:t>
            </a:r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20</a:t>
            </a:r>
            <a:endParaRPr lang="zh-TW" altLang="en-US" dirty="0"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0039561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7DB6EF"/>
      </a:accent1>
      <a:accent2>
        <a:srgbClr val="C0504D"/>
      </a:accent2>
      <a:accent3>
        <a:srgbClr val="FFFFFF"/>
      </a:accent3>
      <a:accent4>
        <a:srgbClr val="000000"/>
      </a:accent4>
      <a:accent5>
        <a:srgbClr val="C0D7F5"/>
      </a:accent5>
      <a:accent6>
        <a:srgbClr val="AC4744"/>
      </a:accent6>
      <a:hlink>
        <a:srgbClr val="0066CC"/>
      </a:hlink>
      <a:folHlink>
        <a:srgbClr val="800080"/>
      </a:folHlink>
    </a:clrScheme>
    <a:fontScheme name="">
      <a:majorFont>
        <a:latin typeface="微軟正黑體"/>
        <a:ea typeface="微軟正黑體"/>
        <a:cs typeface=""/>
      </a:majorFont>
      <a:minorFont>
        <a:latin typeface="微軟正黑體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4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5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6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7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8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9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0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1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7DB6EF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FD7F6"/>
        </a:accent5>
        <a:accent6>
          <a:srgbClr val="AE4845"/>
        </a:accent6>
        <a:hlink>
          <a:srgbClr val="0066CC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_2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7DB6EF"/>
      </a:accent1>
      <a:accent2>
        <a:srgbClr val="C0504D"/>
      </a:accent2>
      <a:accent3>
        <a:srgbClr val="FFFFFF"/>
      </a:accent3>
      <a:accent4>
        <a:srgbClr val="000000"/>
      </a:accent4>
      <a:accent5>
        <a:srgbClr val="C0D7F5"/>
      </a:accent5>
      <a:accent6>
        <a:srgbClr val="AC4744"/>
      </a:accent6>
      <a:hlink>
        <a:srgbClr val="0066CC"/>
      </a:hlink>
      <a:folHlink>
        <a:srgbClr val="800080"/>
      </a:folHlink>
    </a:clrScheme>
    <a:fontScheme name="">
      <a:majorFont>
        <a:latin typeface="微軟正黑體"/>
        <a:ea typeface="微軟正黑體"/>
        <a:cs typeface=""/>
      </a:majorFont>
      <a:minorFont>
        <a:latin typeface="微軟正黑體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Custom Design_2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_2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_2 3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_2 4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_2 5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_2 6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_2 7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_2 8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_2 9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_2 10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_2 11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_2 1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7DB6EF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FD7F6"/>
        </a:accent5>
        <a:accent6>
          <a:srgbClr val="AE4845"/>
        </a:accent6>
        <a:hlink>
          <a:srgbClr val="0066CC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Custom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7DB6EF"/>
      </a:accent1>
      <a:accent2>
        <a:srgbClr val="C0504D"/>
      </a:accent2>
      <a:accent3>
        <a:srgbClr val="FFFFFF"/>
      </a:accent3>
      <a:accent4>
        <a:srgbClr val="000000"/>
      </a:accent4>
      <a:accent5>
        <a:srgbClr val="C0D7F5"/>
      </a:accent5>
      <a:accent6>
        <a:srgbClr val="AC4744"/>
      </a:accent6>
      <a:hlink>
        <a:srgbClr val="0066CC"/>
      </a:hlink>
      <a:folHlink>
        <a:srgbClr val="800080"/>
      </a:folHlink>
    </a:clrScheme>
    <a:fontScheme name="">
      <a:majorFont>
        <a:latin typeface="微軟正黑體"/>
        <a:ea typeface="微軟正黑體"/>
        <a:cs typeface=""/>
      </a:majorFont>
      <a:minorFont>
        <a:latin typeface="微軟正黑體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1_Custom Design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3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4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5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6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7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8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9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10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11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1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7DB6EF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FD7F6"/>
        </a:accent5>
        <a:accent6>
          <a:srgbClr val="AE4845"/>
        </a:accent6>
        <a:hlink>
          <a:srgbClr val="0066CC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108</TotalTime>
  <Pages>0</Pages>
  <Words>603</Words>
  <Characters>0</Characters>
  <Application>Microsoft Office PowerPoint</Application>
  <PresentationFormat>如螢幕大小 (4:3)</PresentationFormat>
  <Lines>0</Lines>
  <Paragraphs>87</Paragraphs>
  <Slides>14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3</vt:i4>
      </vt:variant>
      <vt:variant>
        <vt:lpstr>投影片標題</vt:lpstr>
      </vt:variant>
      <vt:variant>
        <vt:i4>14</vt:i4>
      </vt:variant>
    </vt:vector>
  </HeadingPairs>
  <TitlesOfParts>
    <vt:vector size="21" baseType="lpstr">
      <vt:lpstr>微軟正黑體</vt:lpstr>
      <vt:lpstr>新細明體</vt:lpstr>
      <vt:lpstr>Arial</vt:lpstr>
      <vt:lpstr>Times New Roman</vt:lpstr>
      <vt:lpstr>Custom Design</vt:lpstr>
      <vt:lpstr>Custom Design_2</vt:lpstr>
      <vt:lpstr>1_Custom Design</vt:lpstr>
      <vt:lpstr>PowerPoint 簡報</vt:lpstr>
      <vt:lpstr>第十一章發音體、數位類比轉換器（DAC）</vt:lpstr>
      <vt:lpstr>發音體和聲音</vt:lpstr>
      <vt:lpstr>音高與節拍（一）</vt:lpstr>
      <vt:lpstr>音高與節拍（二）</vt:lpstr>
      <vt:lpstr>音高與節拍（三）</vt:lpstr>
      <vt:lpstr>音高與節拍(V)（四）</vt:lpstr>
      <vt:lpstr>用#define巨集指令替換資料</vt:lpstr>
      <vt:lpstr>使用.h標頭檔分割程式碼 （一）</vt:lpstr>
      <vt:lpstr>使用.h標頭檔分割程式碼（二）</vt:lpstr>
      <vt:lpstr>UNO R4的DAC</vt:lpstr>
      <vt:lpstr>輸出正弦波訊號</vt:lpstr>
      <vt:lpstr>動手做11-2：電音蝌蚪</vt:lpstr>
      <vt:lpstr>使用analogWave程式庫調控DAC產生訊號</vt:lpstr>
    </vt:vector>
  </TitlesOfParts>
  <Manager/>
  <Company/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第十一章 發音體、超音波距離感測、_x000b_物件導向程式設計與自製程式庫</dc:title>
  <dc:subject/>
  <dc:creator>趙英傑</dc:creator>
  <cp:keywords/>
  <dc:description/>
  <cp:lastModifiedBy>419</cp:lastModifiedBy>
  <cp:revision>67</cp:revision>
  <dcterms:created xsi:type="dcterms:W3CDTF">2013-06-02T22:45:21Z</dcterms:created>
  <dcterms:modified xsi:type="dcterms:W3CDTF">2025-11-10T11:57:03Z</dcterms:modified>
  <cp:category>超圖解Arduino互動設計入門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1033-10.2.0.5811</vt:lpwstr>
  </property>
</Properties>
</file>