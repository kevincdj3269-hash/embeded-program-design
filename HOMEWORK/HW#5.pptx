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3" r:id="rId2"/>
    <p:sldMasterId id="2147483720" r:id="rId3"/>
    <p:sldMasterId id="2147483805" r:id="rId4"/>
  </p:sldMasterIdLst>
  <p:sldIdLst>
    <p:sldId id="256" r:id="rId5"/>
    <p:sldId id="264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Objects="1">
      <p:cViewPr varScale="1">
        <p:scale>
          <a:sx n="100" d="100"/>
          <a:sy n="100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E4F9E506-2A3C-4A39-86B9-EB66BE2D77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88821C10-8B7C-4889-9C9F-7DD2BB65E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086C6E-2B22-440D-A8DD-B69544B85E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891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AB13055D-78FE-49D5-8A8F-4B6B6AE703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41A124EA-172F-4D88-96DA-8A02B830E6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8A92C8-80CD-4F8E-9882-C8FB9FA006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85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0D330287-8A9A-460D-9190-B81B300D16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0DB82A8B-7B2A-4B71-8703-CDF806087B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FDFFA3-EF59-4742-BDD4-79B268F545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36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5A05BAAF-64C2-43FD-B35D-83F4CCE6B0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80C266D8-C0B6-47DC-AD23-2B26924DF1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679ADC-4E51-41E6-861B-A5239E3325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876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5F6780C4-F727-4D48-B4C3-5C6EAC96B5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65207D1D-F5B9-4AC9-AF4F-89FA5C7632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BDD1D1-8997-484B-9521-2400235651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0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FDF1316B-04B7-4DDE-AEAD-BB6A797F76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62AE768D-010B-4739-A7AB-33029C8BEB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0E74E8-1249-40ED-988D-ACB5297D8C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363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7260DBAE-8728-49EA-8FAC-FD807B1CD0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2E6E4B10-FDD4-4B8F-B6D0-5BA12F4139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95FB1-7320-443D-89F8-1F2D4B3F23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24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A5894931-05F6-4DA0-93E2-CDD82BAA66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2C87F31B-E371-4316-9D71-5BA26A1C8E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949CD-363B-4503-B4C2-32352201DB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434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A233C081-4472-4F06-B4FC-A91CD79603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41F16E9E-D717-4FD3-813A-B8BD1E9A4F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BAEB15-43D3-497B-A9E6-A3BB93F442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AD2A6BCF-1CB5-4295-A2EB-AA9FE87FB7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5CE63DDF-E3C4-4627-A550-0905B427BB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F1924D-D48A-43A2-B214-FF3E782326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29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57B3EFD2-CF19-4F44-97F5-8E97FD06BE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C2BE6CCB-5560-4682-8683-2AD185F7E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E0DC8A-63B9-406F-B6DA-16B8212412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674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8CF73A30-7415-46FB-B3EA-8203A74C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EEBF0FAB-2039-402C-B626-E456D717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C23A768B-BED8-461A-AD12-8826DF19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DFD3B9-83A9-4682-8DDB-EA60357BFB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06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BEA30BC0-CE90-4685-A5B7-9E71C7366E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60F1CE87-CCC3-4DFE-A543-38D055DC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3EDB131A-4A94-4B93-A21C-DFA951E7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DC3E95-FF6A-4896-8EFA-37621B2F073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8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43F4BDAB-BCEB-4D7E-820F-B4760032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413E0F31-0731-49F3-AA26-99086AA46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AD1504A9-7DA3-4DEF-B8D7-2B0AE6E21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9ED7C7-E8D7-4541-B73D-0D5681C6B3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34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11F4FAFE-A80E-42FC-A050-E05CD979AD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DEDACAF3-88D3-4E9F-BA1F-7CFFB4E2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89794C8F-6821-4EFF-94B2-3C117A25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A67438-75A0-4086-BC8A-3FD9DAA6FD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7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4100">
            <a:extLst>
              <a:ext uri="{FF2B5EF4-FFF2-40B4-BE49-F238E27FC236}">
                <a16:creationId xmlns:a16="http://schemas.microsoft.com/office/drawing/2014/main" id="{B123009E-3176-4F48-AADC-24CBDD40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101">
            <a:extLst>
              <a:ext uri="{FF2B5EF4-FFF2-40B4-BE49-F238E27FC236}">
                <a16:creationId xmlns:a16="http://schemas.microsoft.com/office/drawing/2014/main" id="{469A7DDA-F14E-4638-96F9-0A132268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4102">
            <a:extLst>
              <a:ext uri="{FF2B5EF4-FFF2-40B4-BE49-F238E27FC236}">
                <a16:creationId xmlns:a16="http://schemas.microsoft.com/office/drawing/2014/main" id="{363B9547-AB50-4C82-AD5E-930AB4E05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4D112D-00A4-4604-BE4B-9FE5D9B0BF5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43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4100">
            <a:extLst>
              <a:ext uri="{FF2B5EF4-FFF2-40B4-BE49-F238E27FC236}">
                <a16:creationId xmlns:a16="http://schemas.microsoft.com/office/drawing/2014/main" id="{9D9D59A5-BCD6-4A10-88AE-7CF757B8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101">
            <a:extLst>
              <a:ext uri="{FF2B5EF4-FFF2-40B4-BE49-F238E27FC236}">
                <a16:creationId xmlns:a16="http://schemas.microsoft.com/office/drawing/2014/main" id="{DD13887E-7100-4743-8FD2-36858217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102">
            <a:extLst>
              <a:ext uri="{FF2B5EF4-FFF2-40B4-BE49-F238E27FC236}">
                <a16:creationId xmlns:a16="http://schemas.microsoft.com/office/drawing/2014/main" id="{81EE4A33-8A34-4105-A23D-8CB45FEB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A3F7DC-E008-403A-9ADD-6B521075930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23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100">
            <a:extLst>
              <a:ext uri="{FF2B5EF4-FFF2-40B4-BE49-F238E27FC236}">
                <a16:creationId xmlns:a16="http://schemas.microsoft.com/office/drawing/2014/main" id="{03B15A8D-69FC-474C-8597-3CF878B1C1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101">
            <a:extLst>
              <a:ext uri="{FF2B5EF4-FFF2-40B4-BE49-F238E27FC236}">
                <a16:creationId xmlns:a16="http://schemas.microsoft.com/office/drawing/2014/main" id="{5A395BAF-6678-47A7-B76E-1AB8031E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4102">
            <a:extLst>
              <a:ext uri="{FF2B5EF4-FFF2-40B4-BE49-F238E27FC236}">
                <a16:creationId xmlns:a16="http://schemas.microsoft.com/office/drawing/2014/main" id="{F8588A76-15B8-44D9-A59E-0F9A88D2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4E014D-5485-4E50-B3BB-82E8235A21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40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C09467CE-5282-494C-A799-A1CA09DC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BF44B842-3ACE-4D29-B55F-A15FC926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2E534828-37C5-4582-A628-BAFC58BA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E6470D-3EBF-4C37-9664-DD901B8388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09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267FE952-C9C7-46B0-9516-4CDFFA3C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F3E63FB7-4926-48CC-A82C-A2329AA5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CCD91642-7CCA-4C72-A3F3-64502D29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2627DB-CEDE-4E08-A2C0-6B0A93F252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59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5E8CCF22-64BE-4EE2-9D9A-4A30D896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0B74567C-7D6C-484A-80DD-E99BB453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F623BC75-8416-4B64-A167-81EF4C85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D06CA8-CA5A-4F2B-94C8-58B7102DE9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407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76A123F2-4D6D-45A6-B797-ABE0EAB3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975DEA9A-4F15-48E2-BFA1-26FA27AA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504A865B-CEA4-4F8E-BCC9-6AD55D48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AD01F9-6CD2-4362-9D69-947B3B412B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157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12CE43AD-2086-4878-BF95-59B72DEBCE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1C95DCC3-A392-47BA-B3A2-C448A5DAED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6AA17B-E5C6-4EB7-927C-5003BB06C1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34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80C60EDD-268F-4AE4-9B55-1B9CAE243D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45C732A1-7999-4B6A-8E7B-BF3FD25B9D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6DA812-B833-4393-820A-244D58764F8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522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1E95704D-8804-4EDB-AA2D-2C0C5E607C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A4AD3933-E015-4295-8FA2-219A74746F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75728B-55BB-4306-AD91-8DB1BE253FF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542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289C3A95-1C00-46BC-878E-F61E06CECC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E116FA21-65A7-4BF1-BCAD-3D2C821CC2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17ED9D-C080-4BFE-A730-8B4E9232CD5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231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067377EC-AD88-4DE0-9968-A83B6F0DA4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A5A2779A-4FB0-4D1A-88F8-39FFB512F5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9F45F8-CCBA-4E2D-B639-4E48FDC3EB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255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98210CAB-8860-4E4C-9AE7-73E17B28C1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D392FB45-3CFB-48C8-B13D-E49FBCEE7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D40EA1-8AF3-4BC4-8A07-66D9D7F26BE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181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8C9EE4A6-52C2-4E52-B80A-D61FF3722D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FB49EDB1-5EAC-45EE-B9E4-A34B676DD5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2B8074-257C-4256-B191-E7FD63928F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468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A59C1B4B-235E-47D8-82DE-E6B7C442D4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43FB7BD3-557A-400F-8641-0A7EDF97DB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AF2528-57D4-4C33-A49F-F5EC27DDFF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500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28F86A63-54D1-41B0-AC63-F908778700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16C598BA-5C70-4BBB-B0E9-F1DC4FAD68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C89816-E2D0-492B-A9C9-91F55819B84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566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E434500B-2C7B-4F11-A844-1A8E579CA1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998A6E7-6586-42CB-B2DF-F88C402021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FC9AD6-7299-424B-8876-03221D9F8C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738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2490E04D-1581-4CE5-B4CE-A450780523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3967133B-BFD3-4CA1-95DC-0718494966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2C3A28-4E0C-425B-B157-090C4504A4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53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2238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38334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0057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4409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691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0077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27225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0371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76672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58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179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073" descr="hand">
            <a:extLst>
              <a:ext uri="{FF2B5EF4-FFF2-40B4-BE49-F238E27FC236}">
                <a16:creationId xmlns:a16="http://schemas.microsoft.com/office/drawing/2014/main" id="{43D69889-6BEE-4407-9334-48122CA374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9263" y="1720850"/>
            <a:ext cx="4659313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3074">
            <a:extLst>
              <a:ext uri="{FF2B5EF4-FFF2-40B4-BE49-F238E27FC236}">
                <a16:creationId xmlns:a16="http://schemas.microsoft.com/office/drawing/2014/main" id="{24A7D632-C097-43A1-85A5-140CD530C2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3075">
            <a:extLst>
              <a:ext uri="{FF2B5EF4-FFF2-40B4-BE49-F238E27FC236}">
                <a16:creationId xmlns:a16="http://schemas.microsoft.com/office/drawing/2014/main" id="{D394AFCC-657E-4950-99EB-3D5C47A7B9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5F7952EA-6856-4AD4-A298-7BC77F6E9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BC8AA42C-12B3-403D-B46D-FCBA6C935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8632DD6-046E-44B9-884A-C777AEAD314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3" r:id="rId2"/>
    <p:sldLayoutId id="2147483752" r:id="rId3"/>
    <p:sldLayoutId id="2147483751" r:id="rId4"/>
    <p:sldLayoutId id="2147483750" r:id="rId5"/>
    <p:sldLayoutId id="2147483749" r:id="rId6"/>
    <p:sldLayoutId id="2147483748" r:id="rId7"/>
    <p:sldLayoutId id="2147483747" r:id="rId8"/>
    <p:sldLayoutId id="2147483746" r:id="rId9"/>
    <p:sldLayoutId id="2147483745" r:id="rId10"/>
    <p:sldLayoutId id="214748374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097" descr="title">
            <a:extLst>
              <a:ext uri="{FF2B5EF4-FFF2-40B4-BE49-F238E27FC236}">
                <a16:creationId xmlns:a16="http://schemas.microsoft.com/office/drawing/2014/main" id="{B84FEEDC-7DDF-419D-AF4A-5C56F8B8A9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4098">
            <a:extLst>
              <a:ext uri="{FF2B5EF4-FFF2-40B4-BE49-F238E27FC236}">
                <a16:creationId xmlns:a16="http://schemas.microsoft.com/office/drawing/2014/main" id="{072F70A6-D80D-4DCE-8C59-5B1F057268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195513" y="101600"/>
            <a:ext cx="6769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4099">
            <a:extLst>
              <a:ext uri="{FF2B5EF4-FFF2-40B4-BE49-F238E27FC236}">
                <a16:creationId xmlns:a16="http://schemas.microsoft.com/office/drawing/2014/main" id="{1086DDFE-9FE6-4FDA-988C-A182E1DD91D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Date Placeholder 4100">
            <a:extLst>
              <a:ext uri="{FF2B5EF4-FFF2-40B4-BE49-F238E27FC236}">
                <a16:creationId xmlns:a16="http://schemas.microsoft.com/office/drawing/2014/main" id="{FE9162A5-6903-4F3F-9B55-63E43B1EF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endParaRPr lang="en-US"/>
          </a:p>
        </p:txBody>
      </p:sp>
      <p:sp>
        <p:nvSpPr>
          <p:cNvPr id="4102" name="Footer Placeholder 4101">
            <a:extLst>
              <a:ext uri="{FF2B5EF4-FFF2-40B4-BE49-F238E27FC236}">
                <a16:creationId xmlns:a16="http://schemas.microsoft.com/office/drawing/2014/main" id="{564F3E39-5000-4B4E-81A3-E6C4EF2D1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4103" name="Slide Number Placeholder 4102">
            <a:extLst>
              <a:ext uri="{FF2B5EF4-FFF2-40B4-BE49-F238E27FC236}">
                <a16:creationId xmlns:a16="http://schemas.microsoft.com/office/drawing/2014/main" id="{D069CA2F-732E-4910-B9C6-18B618508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5D218F28-609A-4964-9A1A-136235CA859B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4" r:id="rId2"/>
    <p:sldLayoutId id="2147483763" r:id="rId3"/>
    <p:sldLayoutId id="2147483762" r:id="rId4"/>
    <p:sldLayoutId id="2147483761" r:id="rId5"/>
    <p:sldLayoutId id="2147483760" r:id="rId6"/>
    <p:sldLayoutId id="2147483759" r:id="rId7"/>
    <p:sldLayoutId id="2147483758" r:id="rId8"/>
    <p:sldLayoutId id="2147483757" r:id="rId9"/>
    <p:sldLayoutId id="2147483756" r:id="rId10"/>
    <p:sldLayoutId id="2147483755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074">
            <a:extLst>
              <a:ext uri="{FF2B5EF4-FFF2-40B4-BE49-F238E27FC236}">
                <a16:creationId xmlns:a16="http://schemas.microsoft.com/office/drawing/2014/main" id="{E121968D-F92D-45C2-AEE9-2F2C025857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3075">
            <a:extLst>
              <a:ext uri="{FF2B5EF4-FFF2-40B4-BE49-F238E27FC236}">
                <a16:creationId xmlns:a16="http://schemas.microsoft.com/office/drawing/2014/main" id="{E166C994-ED72-44C4-8979-538565508C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AAF906A7-2115-4250-BB80-8506492C9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4846DEAB-91FF-4551-9E5B-89DAB93FE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3F30F0F9-C295-43DD-8A61-FDFB7995931C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336087F-7F0B-75B0-86F2-A84FEE9C490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564904"/>
            <a:ext cx="2166393" cy="296073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5" r:id="rId2"/>
    <p:sldLayoutId id="2147483784" r:id="rId3"/>
    <p:sldLayoutId id="2147483783" r:id="rId4"/>
    <p:sldLayoutId id="2147483782" r:id="rId5"/>
    <p:sldLayoutId id="2147483781" r:id="rId6"/>
    <p:sldLayoutId id="2147483780" r:id="rId7"/>
    <p:sldLayoutId id="2147483779" r:id="rId8"/>
    <p:sldLayoutId id="2147483778" r:id="rId9"/>
    <p:sldLayoutId id="2147483777" r:id="rId10"/>
    <p:sldLayoutId id="2147483776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8632DD6-046E-44B9-884A-C777AEAD314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3073" descr="hand">
            <a:extLst>
              <a:ext uri="{FF2B5EF4-FFF2-40B4-BE49-F238E27FC236}">
                <a16:creationId xmlns:a16="http://schemas.microsoft.com/office/drawing/2014/main" id="{08616B4D-36FC-7EE2-E8B0-BD5896DDE1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9263" y="1720850"/>
            <a:ext cx="4659313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997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7A8061-905E-6A78-F8E5-CC26DC118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758952"/>
            <a:ext cx="8069520" cy="3566160"/>
          </a:xfrm>
        </p:spPr>
        <p:txBody>
          <a:bodyPr>
            <a:normAutofit/>
          </a:bodyPr>
          <a:lstStyle/>
          <a:p>
            <a:r>
              <a:rPr lang="en-US" altLang="zh-TW" sz="6600" dirty="0"/>
              <a:t>HW</a:t>
            </a:r>
            <a:r>
              <a:rPr lang="zh-TW" altLang="en-US" sz="6600" dirty="0"/>
              <a:t> </a:t>
            </a:r>
            <a:r>
              <a:rPr lang="en-US" altLang="zh-TW" sz="6600" dirty="0"/>
              <a:t>#</a:t>
            </a:r>
            <a:r>
              <a:rPr lang="zh-TW" altLang="en-US" sz="6600" dirty="0"/>
              <a:t> </a:t>
            </a:r>
            <a:r>
              <a:rPr lang="en-US" altLang="zh-TW" sz="6600" dirty="0"/>
              <a:t>5</a:t>
            </a:r>
            <a:r>
              <a:rPr lang="zh-TW" altLang="en-US" sz="6600" dirty="0"/>
              <a:t> 可變電阻亮燈 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7B6C87C-7B13-250A-1500-909D2920BB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5548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0241">
            <a:extLst>
              <a:ext uri="{FF2B5EF4-FFF2-40B4-BE49-F238E27FC236}">
                <a16:creationId xmlns:a16="http://schemas.microsoft.com/office/drawing/2014/main" id="{4FE2C4FA-E177-4B08-B47C-2C3C2E267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760" y="714970"/>
            <a:ext cx="6769100" cy="1143000"/>
          </a:xfrm>
        </p:spPr>
        <p:txBody>
          <a:bodyPr/>
          <a:lstStyle/>
          <a:p>
            <a:r>
              <a:rPr lang="en-US" altLang="en-US" sz="2800" dirty="0" err="1"/>
              <a:t>從序列埠讀取</a:t>
            </a:r>
            <a:r>
              <a:rPr lang="zh-TW" altLang="en-US" sz="2800" dirty="0"/>
              <a:t>指定的</a:t>
            </a:r>
            <a:r>
              <a:rPr lang="en-US" altLang="en-US" sz="2800" dirty="0" err="1"/>
              <a:t>類比輸入值</a:t>
            </a:r>
            <a:r>
              <a:rPr lang="zh-TW" altLang="en-US" sz="2800" dirty="0"/>
              <a:t>，讓</a:t>
            </a:r>
            <a:r>
              <a:rPr lang="en-US" altLang="zh-TW" sz="2800" dirty="0"/>
              <a:t>UART</a:t>
            </a:r>
            <a:r>
              <a:rPr lang="zh-TW" altLang="en-US" sz="2800" dirty="0"/>
              <a:t> 讀出其質，並且在指定的</a:t>
            </a:r>
            <a:r>
              <a:rPr lang="en-US" altLang="zh-TW" sz="2800" dirty="0"/>
              <a:t>10</a:t>
            </a:r>
            <a:r>
              <a:rPr lang="zh-TW" altLang="en-US" sz="2800" dirty="0"/>
              <a:t>個電壓數值，讓</a:t>
            </a:r>
            <a:r>
              <a:rPr lang="en-US" altLang="zh-TW" sz="2800" dirty="0"/>
              <a:t>LED</a:t>
            </a:r>
            <a:r>
              <a:rPr lang="zh-TW" altLang="en-US" sz="2800" dirty="0"/>
              <a:t> 顯示亮，否則</a:t>
            </a:r>
            <a:r>
              <a:rPr lang="en-US" altLang="zh-TW" sz="2800" dirty="0"/>
              <a:t>LED</a:t>
            </a:r>
            <a:r>
              <a:rPr lang="zh-TW" altLang="en-US" sz="2800" dirty="0"/>
              <a:t> 熄滅。</a:t>
            </a:r>
            <a:endParaRPr lang="en-US" altLang="en-US" sz="2800" dirty="0"/>
          </a:p>
        </p:txBody>
      </p:sp>
      <p:sp>
        <p:nvSpPr>
          <p:cNvPr id="12293" name="Text Box 10245">
            <a:extLst>
              <a:ext uri="{FF2B5EF4-FFF2-40B4-BE49-F238E27FC236}">
                <a16:creationId xmlns:a16="http://schemas.microsoft.com/office/drawing/2014/main" id="{116E8BD1-A179-468F-A1C3-B1F98E721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52" y="5805488"/>
            <a:ext cx="5613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/>
                <a:cs typeface="Arial" panose="020B0604020202020204" pitchFamily="34" charset="0"/>
              </a:rPr>
              <a:t>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/>
                <a:cs typeface="Arial" panose="020B0604020202020204" pitchFamily="34" charset="0"/>
              </a:rPr>
              <a:t>8-8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/>
              <a:cs typeface="Arial" panose="020B06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CD9B42B-FAE9-25B4-DBED-AEF05C879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564904"/>
            <a:ext cx="454342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0710956-C845-46FE-D660-461BD9130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466114"/>
              </p:ext>
            </p:extLst>
          </p:nvPr>
        </p:nvGraphicFramePr>
        <p:xfrm>
          <a:off x="2123728" y="5085184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64463259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8183309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471609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578921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1278857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08767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   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LED</a:t>
                      </a:r>
                      <a:r>
                        <a:rPr lang="zh-TW" altLang="en-US" dirty="0"/>
                        <a:t> 顯示亮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49565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zh-TW" altLang="en-US" dirty="0"/>
                        <a:t>   數值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0.5V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1.0V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1.5V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2.0V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2.5V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06308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3.0V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3.5V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4.0V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4.5V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5.0V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07394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Pages>0</Pages>
  <Words>55</Words>
  <Characters>0</Characters>
  <Application>Microsoft Office PowerPoint</Application>
  <DocSecurity>0</DocSecurity>
  <PresentationFormat>如螢幕大小 (4:3)</PresentationFormat>
  <Lines>0</Lines>
  <Paragraphs>18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微軟正黑體</vt:lpstr>
      <vt:lpstr>Arial</vt:lpstr>
      <vt:lpstr>Calibri</vt:lpstr>
      <vt:lpstr>Calibri Light</vt:lpstr>
      <vt:lpstr>Custom Design</vt:lpstr>
      <vt:lpstr>Custom Design_2</vt:lpstr>
      <vt:lpstr>1_Custom Design</vt:lpstr>
      <vt:lpstr>回顧</vt:lpstr>
      <vt:lpstr>HW # 5 可變電阻亮燈 </vt:lpstr>
      <vt:lpstr>從序列埠讀取指定的類比輸入值，讓UART 讀出其質，並且在指定的10個電壓數值，讓LED 顯示亮，否則LED 熄滅。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開關電路與LED跑馬燈</dc:title>
  <dc:subject/>
  <dc:creator>趙英傑</dc:creator>
  <cp:keywords/>
  <dc:description/>
  <cp:lastModifiedBy>JJ Chiang</cp:lastModifiedBy>
  <cp:revision>60</cp:revision>
  <dcterms:created xsi:type="dcterms:W3CDTF">2013-06-03T22:45:21Z</dcterms:created>
  <dcterms:modified xsi:type="dcterms:W3CDTF">2025-11-17T16:32:27Z</dcterms:modified>
  <cp:category>超圖解Arduino互動設計入門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