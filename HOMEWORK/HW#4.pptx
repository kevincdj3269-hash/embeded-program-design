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  <p:sldMasterId id="2147483653" r:id="rId2"/>
    <p:sldMasterId id="2147483720" r:id="rId3"/>
  </p:sldMasterIdLst>
  <p:sldIdLst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 snapToObjects="1">
      <p:cViewPr varScale="1">
        <p:scale>
          <a:sx n="100" d="100"/>
          <a:sy n="100" d="100"/>
        </p:scale>
        <p:origin x="138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E4F9E506-2A3C-4A39-86B9-EB66BE2D77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88821C10-8B7C-4889-9C9F-7DD2BB65EE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086C6E-2B22-440D-A8DD-B69544B85E3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8918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AB13055D-78FE-49D5-8A8F-4B6B6AE703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41A124EA-172F-4D88-96DA-8A02B830E6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8A92C8-80CD-4F8E-9882-C8FB9FA006A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859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0D330287-8A9A-460D-9190-B81B300D16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0DB82A8B-7B2A-4B71-8703-CDF806087B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FDFFA3-EF59-4742-BDD4-79B268F545F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836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1788" y="1600200"/>
            <a:ext cx="222783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0554" y="1600200"/>
            <a:ext cx="222783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5A05BAAF-64C2-43FD-B35D-83F4CCE6B0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80C266D8-C0B6-47DC-AD23-2B26924DF1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679ADC-4E51-41E6-861B-A5239E3325F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8766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Footer Placeholder 3076">
            <a:extLst>
              <a:ext uri="{FF2B5EF4-FFF2-40B4-BE49-F238E27FC236}">
                <a16:creationId xmlns:a16="http://schemas.microsoft.com/office/drawing/2014/main" id="{5F6780C4-F727-4D48-B4C3-5C6EAC96B5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3077">
            <a:extLst>
              <a:ext uri="{FF2B5EF4-FFF2-40B4-BE49-F238E27FC236}">
                <a16:creationId xmlns:a16="http://schemas.microsoft.com/office/drawing/2014/main" id="{65207D1D-F5B9-4AC9-AF4F-89FA5C7632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BDD1D1-8997-484B-9521-2400235651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701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Footer Placeholder 3076">
            <a:extLst>
              <a:ext uri="{FF2B5EF4-FFF2-40B4-BE49-F238E27FC236}">
                <a16:creationId xmlns:a16="http://schemas.microsoft.com/office/drawing/2014/main" id="{FDF1316B-04B7-4DDE-AEAD-BB6A797F763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077">
            <a:extLst>
              <a:ext uri="{FF2B5EF4-FFF2-40B4-BE49-F238E27FC236}">
                <a16:creationId xmlns:a16="http://schemas.microsoft.com/office/drawing/2014/main" id="{62AE768D-010B-4739-A7AB-33029C8BEB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0E74E8-1249-40ED-988D-ACB5297D8C8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3635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076">
            <a:extLst>
              <a:ext uri="{FF2B5EF4-FFF2-40B4-BE49-F238E27FC236}">
                <a16:creationId xmlns:a16="http://schemas.microsoft.com/office/drawing/2014/main" id="{7260DBAE-8728-49EA-8FAC-FD807B1CD0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Slide Number Placeholder 3077">
            <a:extLst>
              <a:ext uri="{FF2B5EF4-FFF2-40B4-BE49-F238E27FC236}">
                <a16:creationId xmlns:a16="http://schemas.microsoft.com/office/drawing/2014/main" id="{2E6E4B10-FDD4-4B8F-B6D0-5BA12F4139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F95FB1-7320-443D-89F8-1F2D4B3F23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8248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A5894931-05F6-4DA0-93E2-CDD82BAA66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2C87F31B-E371-4316-9D71-5BA26A1C8E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4949CD-363B-4503-B4C2-32352201DB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434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A233C081-4472-4F06-B4FC-A91CD79603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41F16E9E-D717-4FD3-813A-B8BD1E9A4F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BAEB15-43D3-497B-A9E6-A3BB93F442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AD2A6BCF-1CB5-4295-A2EB-AA9FE87FB7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5CE63DDF-E3C4-4627-A550-0905B427BB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F1924D-D48A-43A2-B214-FF3E7823268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2292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7344" y="274638"/>
            <a:ext cx="2001044" cy="5851525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274638"/>
            <a:ext cx="5887129" cy="5851525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57B3EFD2-CF19-4F44-97F5-8E97FD06BE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C2BE6CCB-5560-4682-8683-2AD185F7EE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E0DC8A-63B9-406F-B6DA-16B8212412A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6746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8CF73A30-7415-46FB-B3EA-8203A74C29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EEBF0FAB-2039-402C-B626-E456D7179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C23A768B-BED8-461A-AD12-8826DF19B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DFD3B9-83A9-4682-8DDB-EA60357BFB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506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BEA30BC0-CE90-4685-A5B7-9E71C7366E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60F1CE87-CCC3-4DFE-A543-38D055DC9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3EDB131A-4A94-4B93-A21C-DFA951E7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DC3E95-FF6A-4896-8EFA-37621B2F073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0486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43F4BDAB-BCEB-4D7E-820F-B4760032D2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413E0F31-0731-49F3-AA26-99086AA46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AD1504A9-7DA3-4DEF-B8D7-2B0AE6E21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9ED7C7-E8D7-4541-B73D-0D5681C6B3E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8343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Date Placeholder 4100">
            <a:extLst>
              <a:ext uri="{FF2B5EF4-FFF2-40B4-BE49-F238E27FC236}">
                <a16:creationId xmlns:a16="http://schemas.microsoft.com/office/drawing/2014/main" id="{11F4FAFE-A80E-42FC-A050-E05CD979AD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101">
            <a:extLst>
              <a:ext uri="{FF2B5EF4-FFF2-40B4-BE49-F238E27FC236}">
                <a16:creationId xmlns:a16="http://schemas.microsoft.com/office/drawing/2014/main" id="{DEDACAF3-88D3-4E9F-BA1F-7CFFB4E27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4102">
            <a:extLst>
              <a:ext uri="{FF2B5EF4-FFF2-40B4-BE49-F238E27FC236}">
                <a16:creationId xmlns:a16="http://schemas.microsoft.com/office/drawing/2014/main" id="{89794C8F-6821-4EFF-94B2-3C117A250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A67438-75A0-4086-BC8A-3FD9DAA6FD2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175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Date Placeholder 4100">
            <a:extLst>
              <a:ext uri="{FF2B5EF4-FFF2-40B4-BE49-F238E27FC236}">
                <a16:creationId xmlns:a16="http://schemas.microsoft.com/office/drawing/2014/main" id="{B123009E-3176-4F48-AADC-24CBDD40F1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4101">
            <a:extLst>
              <a:ext uri="{FF2B5EF4-FFF2-40B4-BE49-F238E27FC236}">
                <a16:creationId xmlns:a16="http://schemas.microsoft.com/office/drawing/2014/main" id="{469A7DDA-F14E-4638-96F9-0A132268E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4102">
            <a:extLst>
              <a:ext uri="{FF2B5EF4-FFF2-40B4-BE49-F238E27FC236}">
                <a16:creationId xmlns:a16="http://schemas.microsoft.com/office/drawing/2014/main" id="{363B9547-AB50-4C82-AD5E-930AB4E05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4D112D-00A4-4604-BE4B-9FE5D9B0BF5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0432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Date Placeholder 4100">
            <a:extLst>
              <a:ext uri="{FF2B5EF4-FFF2-40B4-BE49-F238E27FC236}">
                <a16:creationId xmlns:a16="http://schemas.microsoft.com/office/drawing/2014/main" id="{9D9D59A5-BCD6-4A10-88AE-7CF757B801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4101">
            <a:extLst>
              <a:ext uri="{FF2B5EF4-FFF2-40B4-BE49-F238E27FC236}">
                <a16:creationId xmlns:a16="http://schemas.microsoft.com/office/drawing/2014/main" id="{DD13887E-7100-4743-8FD2-36858217D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102">
            <a:extLst>
              <a:ext uri="{FF2B5EF4-FFF2-40B4-BE49-F238E27FC236}">
                <a16:creationId xmlns:a16="http://schemas.microsoft.com/office/drawing/2014/main" id="{81EE4A33-8A34-4105-A23D-8CB45FEBD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A3F7DC-E008-403A-9ADD-6B521075930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3238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100">
            <a:extLst>
              <a:ext uri="{FF2B5EF4-FFF2-40B4-BE49-F238E27FC236}">
                <a16:creationId xmlns:a16="http://schemas.microsoft.com/office/drawing/2014/main" id="{03B15A8D-69FC-474C-8597-3CF878B1C1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4101">
            <a:extLst>
              <a:ext uri="{FF2B5EF4-FFF2-40B4-BE49-F238E27FC236}">
                <a16:creationId xmlns:a16="http://schemas.microsoft.com/office/drawing/2014/main" id="{5A395BAF-6678-47A7-B76E-1AB8031E1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4102">
            <a:extLst>
              <a:ext uri="{FF2B5EF4-FFF2-40B4-BE49-F238E27FC236}">
                <a16:creationId xmlns:a16="http://schemas.microsoft.com/office/drawing/2014/main" id="{F8588A76-15B8-44D9-A59E-0F9A88D21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4E014D-5485-4E50-B3BB-82E8235A216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9240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100">
            <a:extLst>
              <a:ext uri="{FF2B5EF4-FFF2-40B4-BE49-F238E27FC236}">
                <a16:creationId xmlns:a16="http://schemas.microsoft.com/office/drawing/2014/main" id="{C09467CE-5282-494C-A799-A1CA09DCD7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101">
            <a:extLst>
              <a:ext uri="{FF2B5EF4-FFF2-40B4-BE49-F238E27FC236}">
                <a16:creationId xmlns:a16="http://schemas.microsoft.com/office/drawing/2014/main" id="{BF44B842-3ACE-4D29-B55F-A15FC9261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4102">
            <a:extLst>
              <a:ext uri="{FF2B5EF4-FFF2-40B4-BE49-F238E27FC236}">
                <a16:creationId xmlns:a16="http://schemas.microsoft.com/office/drawing/2014/main" id="{2E534828-37C5-4582-A628-BAFC58BA1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E6470D-3EBF-4C37-9664-DD901B83885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4099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100">
            <a:extLst>
              <a:ext uri="{FF2B5EF4-FFF2-40B4-BE49-F238E27FC236}">
                <a16:creationId xmlns:a16="http://schemas.microsoft.com/office/drawing/2014/main" id="{267FE952-C9C7-46B0-9516-4CDFFA3CCD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101">
            <a:extLst>
              <a:ext uri="{FF2B5EF4-FFF2-40B4-BE49-F238E27FC236}">
                <a16:creationId xmlns:a16="http://schemas.microsoft.com/office/drawing/2014/main" id="{F3E63FB7-4926-48CC-A82C-A2329AA5B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4102">
            <a:extLst>
              <a:ext uri="{FF2B5EF4-FFF2-40B4-BE49-F238E27FC236}">
                <a16:creationId xmlns:a16="http://schemas.microsoft.com/office/drawing/2014/main" id="{CCD91642-7CCA-4C72-A3F3-64502D29B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2627DB-CEDE-4E08-A2C0-6B0A93F252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2597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5E8CCF22-64BE-4EE2-9D9A-4A30D8962C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0B74567C-7D6C-484A-80DD-E99BB4530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F623BC75-8416-4B64-A167-81EF4C85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D06CA8-CA5A-4F2B-94C8-58B7102DE91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3407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37760" y="101600"/>
            <a:ext cx="2126853" cy="6024563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01600"/>
            <a:ext cx="6257264" cy="6024563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76A123F2-4D6D-45A6-B797-ABE0EAB3AA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975DEA9A-4F15-48E2-BFA1-26FA27AA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504A865B-CEA4-4F8E-BCC9-6AD55D487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AD01F9-6CD2-4362-9D69-947B3B412BD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157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12CE43AD-2086-4878-BF95-59B72DEBCE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1C95DCC3-A392-47BA-B3A2-C448A5DAED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6AA17B-E5C6-4EB7-927C-5003BB06C1B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347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80C60EDD-268F-4AE4-9B55-1B9CAE243D1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45C732A1-7999-4B6A-8E7B-BF3FD25B9D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6DA812-B833-4393-820A-244D58764F8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6522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1E95704D-8804-4EDB-AA2D-2C0C5E607CB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A4AD3933-E015-4295-8FA2-219A74746F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75728B-55BB-4306-AD91-8DB1BE253FF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4542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1788" y="1600200"/>
            <a:ext cx="222783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0554" y="1600200"/>
            <a:ext cx="222783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289C3A95-1C00-46BC-878E-F61E06CECC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E116FA21-65A7-4BF1-BCAD-3D2C821CC2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17ED9D-C080-4BFE-A730-8B4E9232CD5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5231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Footer Placeholder 3076">
            <a:extLst>
              <a:ext uri="{FF2B5EF4-FFF2-40B4-BE49-F238E27FC236}">
                <a16:creationId xmlns:a16="http://schemas.microsoft.com/office/drawing/2014/main" id="{067377EC-AD88-4DE0-9968-A83B6F0DA4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3077">
            <a:extLst>
              <a:ext uri="{FF2B5EF4-FFF2-40B4-BE49-F238E27FC236}">
                <a16:creationId xmlns:a16="http://schemas.microsoft.com/office/drawing/2014/main" id="{A5A2779A-4FB0-4D1A-88F8-39FFB512F5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9F45F8-CCBA-4E2D-B639-4E48FDC3EB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5255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Footer Placeholder 3076">
            <a:extLst>
              <a:ext uri="{FF2B5EF4-FFF2-40B4-BE49-F238E27FC236}">
                <a16:creationId xmlns:a16="http://schemas.microsoft.com/office/drawing/2014/main" id="{98210CAB-8860-4E4C-9AE7-73E17B28C1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077">
            <a:extLst>
              <a:ext uri="{FF2B5EF4-FFF2-40B4-BE49-F238E27FC236}">
                <a16:creationId xmlns:a16="http://schemas.microsoft.com/office/drawing/2014/main" id="{D392FB45-3CFB-48C8-B13D-E49FBCEE72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D40EA1-8AF3-4BC4-8A07-66D9D7F26BE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8181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076">
            <a:extLst>
              <a:ext uri="{FF2B5EF4-FFF2-40B4-BE49-F238E27FC236}">
                <a16:creationId xmlns:a16="http://schemas.microsoft.com/office/drawing/2014/main" id="{8C9EE4A6-52C2-4E52-B80A-D61FF3722D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Slide Number Placeholder 3077">
            <a:extLst>
              <a:ext uri="{FF2B5EF4-FFF2-40B4-BE49-F238E27FC236}">
                <a16:creationId xmlns:a16="http://schemas.microsoft.com/office/drawing/2014/main" id="{FB49EDB1-5EAC-45EE-B9E4-A34B676DD5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2B8074-257C-4256-B191-E7FD63928F7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2468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A59C1B4B-235E-47D8-82DE-E6B7C442D4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43FB7BD3-557A-400F-8641-0A7EDF97DB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AF2528-57D4-4C33-A49F-F5EC27DDFF7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0500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28F86A63-54D1-41B0-AC63-F908778700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16C598BA-5C70-4BBB-B0E9-F1DC4FAD68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C89816-E2D0-492B-A9C9-91F55819B84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566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E434500B-2C7B-4F11-A844-1A8E579CA1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6998A6E7-6586-42CB-B2DF-F88C402021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FC9AD6-7299-424B-8876-03221D9F8CE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3738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7344" y="274638"/>
            <a:ext cx="2001044" cy="5851525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274638"/>
            <a:ext cx="5887129" cy="5851525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2490E04D-1581-4CE5-B4CE-A450780523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3967133B-BFD3-4CA1-95DC-0718494966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2C3A28-4E0C-425B-B157-090C4504A4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453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073" descr="hand">
            <a:extLst>
              <a:ext uri="{FF2B5EF4-FFF2-40B4-BE49-F238E27FC236}">
                <a16:creationId xmlns:a16="http://schemas.microsoft.com/office/drawing/2014/main" id="{43D69889-6BEE-4407-9334-48122CA374A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9263" y="1720850"/>
            <a:ext cx="4659313" cy="602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3074">
            <a:extLst>
              <a:ext uri="{FF2B5EF4-FFF2-40B4-BE49-F238E27FC236}">
                <a16:creationId xmlns:a16="http://schemas.microsoft.com/office/drawing/2014/main" id="{24A7D632-C097-43A1-85A5-140CD530C2F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4213" y="274638"/>
            <a:ext cx="80025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3075">
            <a:extLst>
              <a:ext uri="{FF2B5EF4-FFF2-40B4-BE49-F238E27FC236}">
                <a16:creationId xmlns:a16="http://schemas.microsoft.com/office/drawing/2014/main" id="{D394AFCC-657E-4950-99EB-3D5C47A7B93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141788" y="1600200"/>
            <a:ext cx="4546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7" name="Footer Placeholder 3076">
            <a:extLst>
              <a:ext uri="{FF2B5EF4-FFF2-40B4-BE49-F238E27FC236}">
                <a16:creationId xmlns:a16="http://schemas.microsoft.com/office/drawing/2014/main" id="{5F7952EA-6856-4AD4-A298-7BC77F6E98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3078" name="Slide Number Placeholder 3077">
            <a:extLst>
              <a:ext uri="{FF2B5EF4-FFF2-40B4-BE49-F238E27FC236}">
                <a16:creationId xmlns:a16="http://schemas.microsoft.com/office/drawing/2014/main" id="{BC8AA42C-12B3-403D-B46D-FCBA6C9359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8632DD6-046E-44B9-884A-C777AEAD314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3" r:id="rId2"/>
    <p:sldLayoutId id="2147483752" r:id="rId3"/>
    <p:sldLayoutId id="2147483751" r:id="rId4"/>
    <p:sldLayoutId id="2147483750" r:id="rId5"/>
    <p:sldLayoutId id="2147483749" r:id="rId6"/>
    <p:sldLayoutId id="2147483748" r:id="rId7"/>
    <p:sldLayoutId id="2147483747" r:id="rId8"/>
    <p:sldLayoutId id="2147483746" r:id="rId9"/>
    <p:sldLayoutId id="2147483745" r:id="rId10"/>
    <p:sldLayoutId id="2147483744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Char char="»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4097" descr="title">
            <a:extLst>
              <a:ext uri="{FF2B5EF4-FFF2-40B4-BE49-F238E27FC236}">
                <a16:creationId xmlns:a16="http://schemas.microsoft.com/office/drawing/2014/main" id="{B84FEEDC-7DDF-419D-AF4A-5C56F8B8A9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itle 4098">
            <a:extLst>
              <a:ext uri="{FF2B5EF4-FFF2-40B4-BE49-F238E27FC236}">
                <a16:creationId xmlns:a16="http://schemas.microsoft.com/office/drawing/2014/main" id="{072F70A6-D80D-4DCE-8C59-5B1F0572689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195513" y="101600"/>
            <a:ext cx="67691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2" name="Text Placeholder 4099">
            <a:extLst>
              <a:ext uri="{FF2B5EF4-FFF2-40B4-BE49-F238E27FC236}">
                <a16:creationId xmlns:a16="http://schemas.microsoft.com/office/drawing/2014/main" id="{1086DDFE-9FE6-4FDA-988C-A182E1DD91D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1" name="Date Placeholder 4100">
            <a:extLst>
              <a:ext uri="{FF2B5EF4-FFF2-40B4-BE49-F238E27FC236}">
                <a16:creationId xmlns:a16="http://schemas.microsoft.com/office/drawing/2014/main" id="{FE9162A5-6903-4F3F-9B55-63E43B1EFC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 noProof="1"/>
            </a:lvl1pPr>
          </a:lstStyle>
          <a:p>
            <a:endParaRPr lang="en-US"/>
          </a:p>
        </p:txBody>
      </p:sp>
      <p:sp>
        <p:nvSpPr>
          <p:cNvPr id="4102" name="Footer Placeholder 4101">
            <a:extLst>
              <a:ext uri="{FF2B5EF4-FFF2-40B4-BE49-F238E27FC236}">
                <a16:creationId xmlns:a16="http://schemas.microsoft.com/office/drawing/2014/main" id="{564F3E39-5000-4B4E-81A3-E6C4EF2D11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noProof="1"/>
            </a:lvl1pPr>
          </a:lstStyle>
          <a:p>
            <a:endParaRPr lang="en-US"/>
          </a:p>
        </p:txBody>
      </p:sp>
      <p:sp>
        <p:nvSpPr>
          <p:cNvPr id="4103" name="Slide Number Placeholder 4102">
            <a:extLst>
              <a:ext uri="{FF2B5EF4-FFF2-40B4-BE49-F238E27FC236}">
                <a16:creationId xmlns:a16="http://schemas.microsoft.com/office/drawing/2014/main" id="{D069CA2F-732E-4910-B9C6-18B6185086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 noProof="1">
                <a:ea typeface="Arial" panose="020B0604020202020204" pitchFamily="34" charset="0"/>
                <a:cs typeface="+mn-ea"/>
              </a:defRPr>
            </a:lvl1pPr>
          </a:lstStyle>
          <a:p>
            <a:fld id="{5D218F28-609A-4964-9A1A-136235CA859B}" type="slidenum">
              <a:rPr lang="en-US"/>
              <a:pPr/>
              <a:t>‹#›</a:t>
            </a:fld>
            <a:endParaRPr lang="en-US"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4" r:id="rId2"/>
    <p:sldLayoutId id="2147483763" r:id="rId3"/>
    <p:sldLayoutId id="2147483762" r:id="rId4"/>
    <p:sldLayoutId id="2147483761" r:id="rId5"/>
    <p:sldLayoutId id="2147483760" r:id="rId6"/>
    <p:sldLayoutId id="2147483759" r:id="rId7"/>
    <p:sldLayoutId id="2147483758" r:id="rId8"/>
    <p:sldLayoutId id="2147483757" r:id="rId9"/>
    <p:sldLayoutId id="2147483756" r:id="rId10"/>
    <p:sldLayoutId id="2147483755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3074">
            <a:extLst>
              <a:ext uri="{FF2B5EF4-FFF2-40B4-BE49-F238E27FC236}">
                <a16:creationId xmlns:a16="http://schemas.microsoft.com/office/drawing/2014/main" id="{E121968D-F92D-45C2-AEE9-2F2C025857F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4213" y="274638"/>
            <a:ext cx="80025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099" name="Text Placeholder 3075">
            <a:extLst>
              <a:ext uri="{FF2B5EF4-FFF2-40B4-BE49-F238E27FC236}">
                <a16:creationId xmlns:a16="http://schemas.microsoft.com/office/drawing/2014/main" id="{E166C994-ED72-44C4-8979-538565508C6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141788" y="1600200"/>
            <a:ext cx="4546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7" name="Footer Placeholder 3076">
            <a:extLst>
              <a:ext uri="{FF2B5EF4-FFF2-40B4-BE49-F238E27FC236}">
                <a16:creationId xmlns:a16="http://schemas.microsoft.com/office/drawing/2014/main" id="{AAF906A7-2115-4250-BB80-8506492C92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noProof="1"/>
            </a:lvl1pPr>
          </a:lstStyle>
          <a:p>
            <a:endParaRPr lang="en-US"/>
          </a:p>
        </p:txBody>
      </p:sp>
      <p:sp>
        <p:nvSpPr>
          <p:cNvPr id="3078" name="Slide Number Placeholder 3077">
            <a:extLst>
              <a:ext uri="{FF2B5EF4-FFF2-40B4-BE49-F238E27FC236}">
                <a16:creationId xmlns:a16="http://schemas.microsoft.com/office/drawing/2014/main" id="{4846DEAB-91FF-4551-9E5B-89DAB93FE1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 noProof="1">
                <a:ea typeface="Arial" panose="020B0604020202020204" pitchFamily="34" charset="0"/>
                <a:cs typeface="+mn-ea"/>
              </a:defRPr>
            </a:lvl1pPr>
          </a:lstStyle>
          <a:p>
            <a:fld id="{3F30F0F9-C295-43DD-8A61-FDFB7995931C}" type="slidenum">
              <a:rPr lang="en-US"/>
              <a:pPr/>
              <a:t>‹#›</a:t>
            </a:fld>
            <a:endParaRPr lang="en-US"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336087F-7F0B-75B0-86F2-A84FEE9C490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564904"/>
            <a:ext cx="2166393" cy="296073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5" r:id="rId2"/>
    <p:sldLayoutId id="2147483784" r:id="rId3"/>
    <p:sldLayoutId id="2147483783" r:id="rId4"/>
    <p:sldLayoutId id="2147483782" r:id="rId5"/>
    <p:sldLayoutId id="2147483781" r:id="rId6"/>
    <p:sldLayoutId id="2147483780" r:id="rId7"/>
    <p:sldLayoutId id="2147483779" r:id="rId8"/>
    <p:sldLayoutId id="2147483778" r:id="rId9"/>
    <p:sldLayoutId id="2147483777" r:id="rId10"/>
    <p:sldLayoutId id="2147483776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Char char="»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2193D0-C6E8-7B06-48E6-D5C117B68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HW#4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電腦鍵盤控制四個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LED 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移位方向實習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2FFD72B-AD7F-85B1-4060-2032BBBE0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5940" y="1600200"/>
            <a:ext cx="4032448" cy="4525963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一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功能說明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如圖所示電路接線圖，使用電腦鍵盤控制四個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LED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的移位方向。按鍵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R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使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LED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每秒單燈右移一次，按鍵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L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使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LED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每秒單燈左移一次。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99054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D663FF-F1E8-8FDE-3480-87D767710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電路接線圖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7A4D1E31-D575-CC68-A26D-E43C15C87B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41788" y="1484784"/>
            <a:ext cx="4894708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23982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6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FD7F6"/>
        </a:accent5>
        <a:accent6>
          <a:srgbClr val="AE4845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_2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Custom Design_2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3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5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6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7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8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9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FD7F6"/>
        </a:accent5>
        <a:accent6>
          <a:srgbClr val="AE4845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FD7F6"/>
        </a:accent5>
        <a:accent6>
          <a:srgbClr val="AE4845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</TotalTime>
  <Pages>0</Pages>
  <Words>60</Words>
  <Characters>0</Characters>
  <Application>Microsoft Office PowerPoint</Application>
  <DocSecurity>0</DocSecurity>
  <PresentationFormat>如螢幕大小 (4:3)</PresentationFormat>
  <Lines>0</Lines>
  <Paragraphs>4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微軟正黑體</vt:lpstr>
      <vt:lpstr>標楷體</vt:lpstr>
      <vt:lpstr>Arial</vt:lpstr>
      <vt:lpstr>Custom Design</vt:lpstr>
      <vt:lpstr>Custom Design_2</vt:lpstr>
      <vt:lpstr>1_Custom Design</vt:lpstr>
      <vt:lpstr>HW#4電腦鍵盤控制四個LED 移位方向實習</vt:lpstr>
      <vt:lpstr>電路接線圖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開關電路與LED跑馬燈</dc:title>
  <dc:subject/>
  <dc:creator>趙英傑</dc:creator>
  <cp:keywords/>
  <dc:description/>
  <cp:lastModifiedBy>JJ Chiang</cp:lastModifiedBy>
  <cp:revision>58</cp:revision>
  <dcterms:created xsi:type="dcterms:W3CDTF">2013-06-03T22:45:21Z</dcterms:created>
  <dcterms:modified xsi:type="dcterms:W3CDTF">2025-10-25T16:16:03Z</dcterms:modified>
  <cp:category>超圖解Arduino互動設計入門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1033-10.2.0.5811</vt:lpwstr>
  </property>
</Properties>
</file>